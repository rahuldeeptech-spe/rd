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notesMasterIdLst>
    <p:notesMasterId r:id="rId12"/>
  </p:notesMasterIdLst>
  <p:sldIdLst>
    <p:sldId id="256" r:id="rId11"/>
    <p:sldId id="257" r:id="rId10"/>
    <p:sldId id="258" r:id="rId9"/>
    <p:sldId id="259" r:id="rId8"/>
    <p:sldId id="260" r:id="rId7"/>
    <p:sldId id="261" r:id="rId6"/>
    <p:sldId id="262" r:id="rId5"/>
    <p:sldId id="263" r:id="rId4"/>
    <p:sldId id="264" r:id="rId3"/>
  </p:sldIdLst>
  <p:sldSz cx="12192000" cy="6858000"/>
  <p:notesSz cx="6858000" cy="12192000"/>
  <p:embeddedFontLst>
    <p:embeddedFont>
      <p:font typeface="Inter" pitchFamily="34" charset="0"/>
      <p:regular r:id="rId17"/>
      <p:bold r:id="rId18"/>
    </p:embeddedFont>
    <p:embeddedFont>
      <p:font typeface="Fraunces" pitchFamily="34" charset="0"/>
      <p:regular r:id="rId19"/>
      <p:bold r:id="rId20"/>
    </p:embeddedFont>
    <p:embeddedFont>
      <p:font typeface="Noto Sans Devanagari" pitchFamily="34" charset="0"/>
      <p:regular r:id="rId21"/>
      <p:bold r:id="rId22"/>
    </p:embeddedFont>
  </p:embeddedFontLst>
  <p:defaultTextStyle>
    <a:lvl1pPr marL="0" algn="l" defTabSz="914400" rtl="0" eaLnBrk="1" latinLnBrk="0" hangingPunct="1">
      <a:defRPr sz="1800" kern="1200">
        <a:solidFill>
          <a:schemeClr val="tx1"/>
        </a:solidFill>
        <a:latin typeface="+mn-lt"/>
        <a:ea typeface="Noto Sans Devanagari"/>
        <a:cs typeface="Noto Sans Devanagari"/>
      </a:defRPr>
    </a:lvl1pPr>
    <a:lvl2pPr marL="457200" algn="l" defTabSz="914400" rtl="0" eaLnBrk="1" latinLnBrk="0" hangingPunct="1">
      <a:defRPr sz="1800" kern="1200">
        <a:solidFill>
          <a:schemeClr val="tx1"/>
        </a:solidFill>
        <a:latin typeface="+mn-lt"/>
        <a:ea typeface="Noto Sans Devanagari"/>
        <a:cs typeface="Noto Sans Devanagari"/>
      </a:defRPr>
    </a:lvl2pPr>
    <a:lvl3pPr marL="914400" algn="l" defTabSz="914400" rtl="0" eaLnBrk="1" latinLnBrk="0" hangingPunct="1">
      <a:defRPr sz="1800" kern="1200">
        <a:solidFill>
          <a:schemeClr val="tx1"/>
        </a:solidFill>
        <a:latin typeface="+mn-lt"/>
        <a:ea typeface="Noto Sans Devanagari"/>
        <a:cs typeface="Noto Sans Devanagari"/>
      </a:defRPr>
    </a:lvl3pPr>
    <a:lvl4pPr marL="1371600" algn="l" defTabSz="914400" rtl="0" eaLnBrk="1" latinLnBrk="0" hangingPunct="1">
      <a:defRPr sz="1800" kern="1200">
        <a:solidFill>
          <a:schemeClr val="tx1"/>
        </a:solidFill>
        <a:latin typeface="+mn-lt"/>
        <a:ea typeface="Noto Sans Devanagari"/>
        <a:cs typeface="Noto Sans Devanagari"/>
      </a:defRPr>
    </a:lvl4pPr>
    <a:lvl5pPr marL="1828800" algn="l" defTabSz="914400" rtl="0" eaLnBrk="1" latinLnBrk="0" hangingPunct="1">
      <a:defRPr sz="1800" kern="1200">
        <a:solidFill>
          <a:schemeClr val="tx1"/>
        </a:solidFill>
        <a:latin typeface="+mn-lt"/>
        <a:ea typeface="Noto Sans Devanagari"/>
        <a:cs typeface="Noto Sans Devanagari"/>
      </a:defRPr>
    </a:lvl5pPr>
    <a:lvl6pPr marL="2286000" algn="l" defTabSz="914400" rtl="0" eaLnBrk="1" latinLnBrk="0" hangingPunct="1">
      <a:defRPr sz="1800" kern="1200">
        <a:solidFill>
          <a:schemeClr val="tx1"/>
        </a:solidFill>
        <a:latin typeface="+mn-lt"/>
        <a:ea typeface="Noto Sans Devanagari"/>
        <a:cs typeface="Noto Sans Devanagari"/>
      </a:defRPr>
    </a:lvl6pPr>
    <a:lvl7pPr marL="2743200" algn="l" defTabSz="914400" rtl="0" eaLnBrk="1" latinLnBrk="0" hangingPunct="1">
      <a:defRPr sz="1800" kern="1200">
        <a:solidFill>
          <a:schemeClr val="tx1"/>
        </a:solidFill>
        <a:latin typeface="+mn-lt"/>
        <a:ea typeface="Noto Sans Devanagari"/>
        <a:cs typeface="Noto Sans Devanagari"/>
      </a:defRPr>
    </a:lvl7pPr>
    <a:lvl8pPr marL="3200400" algn="l" defTabSz="914400" rtl="0" eaLnBrk="1" latinLnBrk="0" hangingPunct="1">
      <a:defRPr sz="1800" kern="1200">
        <a:solidFill>
          <a:schemeClr val="tx1"/>
        </a:solidFill>
        <a:latin typeface="+mn-lt"/>
        <a:ea typeface="Noto Sans Devanagari"/>
        <a:cs typeface="Noto Sans Devanagari"/>
      </a:defRPr>
    </a:lvl8pPr>
    <a:lvl9pPr marL="3657600" algn="l" defTabSz="914400" rtl="0" eaLnBrk="1" latinLnBrk="0" hangingPunct="1">
      <a:defRPr sz="1800" kern="1200">
        <a:solidFill>
          <a:schemeClr val="tx1"/>
        </a:solidFill>
        <a:latin typeface="+mn-lt"/>
        <a:ea typeface="Noto Sans Devanagari"/>
        <a:cs typeface="Noto Sans Devanaga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958"/>
    <p:restoredTop sz="94610"/>
  </p:normalViewPr>
  <p:slideViewPr>
    <p:cSldViewPr snapToGrid="0" snapToObjects="1">
      <p:cViewPr>
        <p:scale>
          <a:sx n="90" d="100"/>
          <a:sy n="90" d="100"/>
        </p:scale>
        <p:origin x="136" y="1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2.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8C569656-508F-4A98-B8A2-83455EFE2B0C.fntdata"/><Relationship Id="rId18" Type="http://schemas.openxmlformats.org/officeDocument/2006/relationships/font" Target="fonts/8A569CDA-5EAA-420E-A45A-A9FD1B2D8D54.fntdata"/><Relationship Id="rId19" Type="http://schemas.openxmlformats.org/officeDocument/2006/relationships/font" Target="fonts/5278E3AC-1F0B-411A-BD7F-A9F47C2BABDC.fntdata"/><Relationship Id="rId20" Type="http://schemas.openxmlformats.org/officeDocument/2006/relationships/font" Target="fonts/A0237B9D-A3B1-4998-B6FB-82E94C40457B.fntdata"/><Relationship Id="rId21" Type="http://schemas.openxmlformats.org/officeDocument/2006/relationships/font" Target="fonts/46AFBCF5-AA97-455F-B8AA-357720273882.fntdata"/><Relationship Id="rId22" Type="http://schemas.openxmlformats.org/officeDocument/2006/relationships/font" Target="fonts/84C61962-228D-4319-8667-85F0948BCA4E.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2320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Noto Sans Devanagari"/>
        <a:cs typeface="Noto Sans Devanagari"/>
      </a:defRPr>
    </a:lvl1pPr>
    <a:lvl2pPr marL="457200" algn="l" defTabSz="914400" rtl="0" eaLnBrk="1" latinLnBrk="0" hangingPunct="1">
      <a:defRPr sz="1200" kern="1200">
        <a:solidFill>
          <a:schemeClr val="tx1"/>
        </a:solidFill>
        <a:latin typeface="+mn-lt"/>
        <a:ea typeface="Noto Sans Devanagari"/>
        <a:cs typeface="Noto Sans Devanagari"/>
      </a:defRPr>
    </a:lvl2pPr>
    <a:lvl3pPr marL="914400" algn="l" defTabSz="914400" rtl="0" eaLnBrk="1" latinLnBrk="0" hangingPunct="1">
      <a:defRPr sz="1200" kern="1200">
        <a:solidFill>
          <a:schemeClr val="tx1"/>
        </a:solidFill>
        <a:latin typeface="+mn-lt"/>
        <a:ea typeface="Noto Sans Devanagari"/>
        <a:cs typeface="Noto Sans Devanagari"/>
      </a:defRPr>
    </a:lvl3pPr>
    <a:lvl4pPr marL="1371600" algn="l" defTabSz="914400" rtl="0" eaLnBrk="1" latinLnBrk="0" hangingPunct="1">
      <a:defRPr sz="1200" kern="1200">
        <a:solidFill>
          <a:schemeClr val="tx1"/>
        </a:solidFill>
        <a:latin typeface="+mn-lt"/>
        <a:ea typeface="Noto Sans Devanagari"/>
        <a:cs typeface="Noto Sans Devanagari"/>
      </a:defRPr>
    </a:lvl4pPr>
    <a:lvl5pPr marL="1828800" algn="l" defTabSz="914400" rtl="0" eaLnBrk="1" latinLnBrk="0" hangingPunct="1">
      <a:defRPr sz="1200" kern="1200">
        <a:solidFill>
          <a:schemeClr val="tx1"/>
        </a:solidFill>
        <a:latin typeface="+mn-lt"/>
        <a:ea typeface="Noto Sans Devanagari"/>
        <a:cs typeface="Noto Sans Devanagari"/>
      </a:defRPr>
    </a:lvl5pPr>
    <a:lvl6pPr marL="2286000" algn="l" defTabSz="914400" rtl="0" eaLnBrk="1" latinLnBrk="0" hangingPunct="1">
      <a:defRPr sz="1200" kern="1200">
        <a:solidFill>
          <a:schemeClr val="tx1"/>
        </a:solidFill>
        <a:latin typeface="+mn-lt"/>
        <a:ea typeface="Noto Sans Devanagari"/>
        <a:cs typeface="Noto Sans Devanagari"/>
      </a:defRPr>
    </a:lvl6pPr>
    <a:lvl7pPr marL="2743200" algn="l" defTabSz="914400" rtl="0" eaLnBrk="1" latinLnBrk="0" hangingPunct="1">
      <a:defRPr sz="1200" kern="1200">
        <a:solidFill>
          <a:schemeClr val="tx1"/>
        </a:solidFill>
        <a:latin typeface="+mn-lt"/>
        <a:ea typeface="Noto Sans Devanagari"/>
        <a:cs typeface="Noto Sans Devanagari"/>
      </a:defRPr>
    </a:lvl7pPr>
    <a:lvl8pPr marL="3200400" algn="l" defTabSz="914400" rtl="0" eaLnBrk="1" latinLnBrk="0" hangingPunct="1">
      <a:defRPr sz="1200" kern="1200">
        <a:solidFill>
          <a:schemeClr val="tx1"/>
        </a:solidFill>
        <a:latin typeface="+mn-lt"/>
        <a:ea typeface="Noto Sans Devanagari"/>
        <a:cs typeface="Noto Sans Devanagari"/>
      </a:defRPr>
    </a:lvl8pPr>
    <a:lvl9pPr marL="3657600" algn="l" defTabSz="914400" rtl="0" eaLnBrk="1" latinLnBrk="0" hangingPunct="1">
      <a:defRPr sz="1200" kern="1200">
        <a:solidFill>
          <a:schemeClr val="tx1"/>
        </a:solidFill>
        <a:latin typeface="+mn-lt"/>
        <a:ea typeface="Noto Sans Devanagari"/>
        <a:cs typeface="Noto Sans Devanaga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t>⏱ इस स्लाइड का समय लगभग 0:36  |  अब तक 0:36  |  मॉड्यूल कुल 7:47</a:t>
            </a:r>
          </a:p>
          <a:p/>
          <a:p>
            <a:r>
              <a:t>नमस्कार साथियो। एक सवाल से शुरू करते हैं। आपके फोन पर पिछली बार अनजान नंबर से कॉल कब आया था? [रुकिए 3 सेकंड] शायद आज सुबह, शायद कल रात। [CLICK 1] यह है I-GOT कर्मयोगी का कोर्स: साइबर सुरक्षा और डिजिटल धोखाधड़ी से बचाव। [CLICK 2] सभी बलों के जवानों और उनके परिवार के लिए। पूरा कोर्स तीन शब्दों में सिमटा है: [CLICK 3] रुको, [CLICK 4] सोचो, [CLICK 5] शिकायत करो। आगे के आठ मॉड्यूल में हम इन्हीं तीन शब्दों को आदत बनाएँगे।</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t>⏱ इस स्लाइड का समय लगभग 1:06  |  अब तक 1:42  |  मॉड्यूल कुल 7:47</a:t>
            </a:r>
          </a:p>
          <a:p/>
          <a:p>
            <a:r>
              <a:t>[CLICK 1] अब कुछ आँकड़े, पर सिर्फ़ चार। [CLICK 2] मार्च दो हज़ार चौबीस में UPI पर तेरह अरब से ज़्यादा लेनदेन हुए। जहाँ इतना पैसा घूमता है, वहीं ठग भी पहुँचते हैं। [CLICK 3] वित्त वर्ष तेईस-चौबीस में UPI ठगी के तेरह लाख बयालीस हज़ार मामले आए और एक हज़ार सत्तासी करोड़ रुपये गए। [CLICK 4] चार्ट में देखिए, यह दो सौ करोड़ से शुरू होकर तेईस-चौबीस तक लगातार ऊपर चढ़ा है। [CLICK 5] I4C का अनुमान है कि दो हज़ार चौबीस में देश में साइबर ठगी से करीब बाईस हज़ार आठ सौ करोड़ का नुकसान हुआ। [CLICK 6] अच्छी खबर यह है कि समय पर शिकायत से सात हज़ार करोड़ से ज़्यादा रुपये बचाए जा चुके हैं। [रुकिए 2 सेकंड] यानी समय पर की गई शिकायत काम आती है। [CLICK 7] फिर भी बहुत से पीड़ित शर्म या डर से चुप रह जाते हैं, और यही सबसे बड़ी गलती है। [CLICK 8] ज़्यादातर ठगी एक SMS या WhatsApp लिंक से शुरू होती है, और [CLICK 9] ठग वर्दी का नाम लेकर भरोसा भी जीतते हैं।</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t>⏱ इस स्लाइड का समय लगभग 0:53  |  अब तक 2:35  |  मॉड्यूल कुल 7:47</a:t>
            </a:r>
          </a:p>
          <a:p/>
          <a:p>
            <a:r>
              <a:t>[CLICK 1] यह रहा पूरे कोर्स का नक्शा। M0 यह परिचय है। इसके बाद आठ मॉड्यूल: OTP-KYC-APK, UPI, फर्जी ऐप, डिजिटल अरेस्ट, स्पूफिंग, परिवार की ड्रिल, रिपोर्टिंग और अंतिम आदतें। हर मॉड्यूल एक अलग वीडियो है, और अंत में परिवार के लिए पाँच मिनट का एक छोटा बोनस भी है। [CLICK 2] कोर्स खत्म होने पर आप पाँच काम कर पाएँगे: [CLICK 3] ठगी का पैटर्न पहचानना, [CLICK 4] OTP-KYC-APK के जाल से बचना, [CLICK 5] UPI सुरक्षित चलाना, [CLICK 6] डिजिटल अरेस्ट और स्पूफिंग पकड़ना, और [CLICK 7] परिवार के साथ ड्रिल करके सही जगह रिपोर्ट करना। [CLICK 8] हर मॉड्यूल के बाद पैंतीस सवाल का मॉड्यूल-वार टेस्ट है, इक्कीस सही पर पास। अंत में दस सवाल का फाइनल असेसमेंट, छह सही पर पास। दोनों पास करने पर डिजिटल प्रमाणपत्र।</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t>⏱ इस स्लाइड का समय लगभग 0:47  |  अब तक 3:22  |  मॉड्यूल कुल 7:47</a:t>
            </a:r>
          </a:p>
          <a:p/>
          <a:p>
            <a:r>
              <a:t>यह कोर्स किसके लिए है? [CLICK 1] जवान से अधिकारी तक, हर रैंक के लिए। किसी तकनीकी जानकारी की ज़रूरत नहीं, भाषा सीधी है और हर स्लाइड पर एक ही बात है। [CLICK 2] और सिर्फ़ आपके लिए नहीं, पत्नी, बच्चों और माता-पिता के लिए भी। क्यों? क्योंकि जब आप पोस्टिंग पर होते हैं, घर पर परिवार अकेला होता है, और ठग उसी अकेलेपन का फायदा उठाते हैं। [CLICK 3] इसलिए इस कोर्स का आधा काम घर पर होगा। [रुकिए 3 सेकंड] [CLICK 4] एक छोटा सवाल: आपके घर में फोन सबसे ज़्यादा कौन चलाता है? उसी का चेहरा याद रखिए, पहला वीडियो उसे ही दिखाना है।</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t>⏱ इस स्लाइड का समय लगभग 0:54  |  अब तक 4:16  |  मॉड्यूल कुल 7:47</a:t>
            </a:r>
          </a:p>
          <a:p/>
          <a:p>
            <a:r>
              <a:t>ठगी चाहे किसी भी नाम से आए, [CLICK 1] चेन एक ही है, पाँच कड़ियाँ। [CLICK 2] पहली कड़ी, ठग। [CLICK 3] दूसरी, संपर्क: कॉल, SMS या लिंक से। [CLICK 4] तीसरी, डर या लालच का हुक: खाता बंद होगा, इनाम मिला है, आप गिरफ्तार हैं, और साथ में जल्दबाज़ी, अभी करो। [CLICK 5] चौथी, जानकारी की चोरी: OTP, PIN, कोड। [CLICK 6] और पाँचवीं, पैसा गायब। [रुकिए 3 सेकंड] [CLICK 7] इस चेन में तीन लाल निशान हैं, इन्हें अभी याद कर लीजिए: [CLICK 8] जल्दबाज़ी का दबाव, [CLICK 9] OTP या PIN की माँग, [CLICK 10] और अनजान APK या स्क्रीन शेयर। इनमें से एक भी दिखे, तो चेन वहीं तोड़ दीजिए। [CLICK 11] और अगर टूटने से पहले पैसा चला जाए, तब पहले घंटे में बैंक को बताइए और एक-नौ-तीन-शून्य पर फोन कीजिए।</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t>⏱ इस स्लाइड का समय लगभग 0:48  |  अब तक 5:04  |  मॉड्यूल कुल 7:47</a:t>
            </a:r>
          </a:p>
          <a:p/>
          <a:p>
            <a:r>
              <a:t>अब वर्दी की बात। [CLICK 1] ठग वर्दी से डरते नहीं, उसका फायदा उठाते हैं। पाँच तरीके देखिए। [CLICK 2] एक, फोर्स का नाम लेकर भरोसा जीतना। [CLICK 3] दो, परिवार को अकेला पाकर भावनात्मक दबाव: आपके पति का एक्सीडेंट हो गया, पैसे भेजिए। [CLICK 4] तीन, डिजिटल अरेस्ट: वीडियो कॉल पर CBI या पुलिस बनकर डराना। [CLICK 5] चार, फर्जी सीनियर: साहब की फोटो लगाकर, अर्जेंट ट्रांसफर, बाद में हिसाब। [CLICK 6] पाँच, सोशल मीडिया: आपकी फोटो, लोकेशन और छुट्टी की पोस्ट से ड्यूटी का पैटर्न निकालना। [CLICK 7] इन सबकी जड़ एक है: घर से दूरी, तनाव और परिवार की चिंता। [रुकिए 2 सेकंड] [CLICK 8] याद रखिए, कोई सरकारी एजेंसी वीडियो कॉल पर गिरफ्तारी नहीं करती।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t>⏱ इस स्लाइड का समय लगभग 0:48  |  अब तक 5:52  |  मॉड्यूल कुल 7:47</a:t>
            </a:r>
          </a:p>
          <a:p/>
          <a:p>
            <a:r>
              <a:t>पढ़ने का तरीका आसान है। [CLICK 1] हर मॉड्यूल में छह पड़ाव: [CLICK 2] बात क्या है, [CLICK 3] कैसी दिखती है, [CLICK 4] फोर्स का एक केस, [CLICK 5] लाल निशान, [CLICK 6] सही कदम, [CLICK 7] और एक लाइन जो साथ ले जानी है। अब वह तीन शब्द, जो पूरे कोर्स का निचोड़ हैं। [CLICK 8] रुको: कॉल, मैसेज या लिंक पर हाथ रोक लीजिए। [CLICK 9] सोचो: क्या बैंक या पुलिस कभी ऐसा करती है? [CLICK 10] शिकायत करो: बैंक और हेल्पलाइन को बताइए। [CLICK 11] साथ में चार चीज़ें कभी नहीं: OTP, UPI PIN या पासवर्ड किसी को नहीं। [CLICK 12] अनजान APK इंस्टॉल नहीं। [CLICK 13] पैसा लेने के लिए QR स्कैन नहीं। [CLICK 14] और स्क्रीन शेयर या AnyDesk नहीं। [CLICK 15] जल्दबाज़ी ठग का हथियार है। रुकना आपका।</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t>⏱ इस स्लाइड का समय लगभग 1:15  |  अब तक 7:07  |  मॉड्यूल कुल 7:47</a:t>
            </a:r>
          </a:p>
          <a:p/>
          <a:p>
            <a:r>
              <a:t>अब वीडियो रोकिए, क्योंकि यह बोलने की नहीं, करने की बारी है। [CLICK 1] मैं तीन बातें बोलूँगा, आप सच या झूठ बताइए। [CLICK 2] पहली: बैंक का अफसर कह रहा है, तो OTP बताने में कोई हर्ज नहीं। [रुकिए 5 सेकंड] जवाब: झूठ। बैंक कभी OTP नहीं माँगता। [CLICK 3] दूसरी: वीडियो कॉल पर वर्दी में बैठा आदमी असली अफसर ही होता है। [रुकिए 5 सेकंड] जवाब: झूठ। वर्दी स्क्रीन पर कोई भी पहन सकता है। [CLICK 4] तीसरी: ठगी हो जाए तो पहला घंटा सबसे कीमती है। [रुकिए 5 सेकंड] जवाब: सच। [CLICK 5] अब दो छोटे काम, फोन उठाइए। [CLICK 6] एक: अपने फोन में एक-नौ-तीन-शून्य सेव कीजिए, और बैंक का फ्रॉड नंबर भी, जो बैंक के ऐप या कार्ड पर लिखा होता है। [CLICK 7] दो: एक इमरजेंसी कार्ड लिखिए, जिसमें एक-नौ-तीन-शून्य, बैंक का नंबर और cybercrime.gov.in हो, और उसे फ्रिज पर लगा दीजिए। हो गया? तब आगे चलिए।</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t>⏱ इस स्लाइड का समय लगभग 0:40  |  अब तक 7:47  |  मॉड्यूल कुल 7:47</a:t>
            </a:r>
          </a:p>
          <a:p/>
          <a:p>
            <a:r>
              <a:t>तो [CLICK 1] आगे का रास्ता सीधा है। [CLICK 2] पहला, M1 से शुरू कीजिए: OTP, KYC और APK की ठगी। [CLICK 3] दूसरा, पैंतीस सवाल का मॉड्यूल-वार टेस्ट, इक्कीस सही पर पास। [CLICK 4] तीसरा, आखिर में दस सवाल का फाइनल असेसमेंट, छह सही पर पास। [CLICK 5] चौथा, दोनों पास होने पर I-GOT कर्मयोगी भारत पर डिजिटल प्रमाणपत्र। [CLICK 6] जाते-जाते एक पंक्ति साथ ले जाइए: कोई भी एजेंसी वीडियो कॉल पर गिरफ्तारी नहीं करती। ऐसी कॉल आए तो काट दीजिए। अगले वीडियो में मिलते हैं। तब तक याद रखिए: [CLICK 7] रुको, [CLICK 8] सोचो, [CLICK 9] शिकायत करो। [CLICK 10] जय हिंद।</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Noto Sans Devanagari"/>
          <a:cs typeface="Noto Sans Devanagari"/>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Noto Sans Devanagari"/>
          <a:cs typeface="Noto Sans Devanagari"/>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Noto Sans Devanagari"/>
          <a:cs typeface="Noto Sans Devanagari"/>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Noto Sans Devanagari"/>
          <a:cs typeface="Noto Sans Devanagari"/>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Noto Sans Devanagari"/>
          <a:cs typeface="Noto Sans Devanagari"/>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Noto Sans Devanagari"/>
          <a:cs typeface="Noto Sans Devanagar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Noto Sans Devanagari"/>
          <a:cs typeface="Noto Sans Devanagari"/>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Noto Sans Devanagari"/>
          <a:cs typeface="Noto Sans Devanagari"/>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Noto Sans Devanagari"/>
          <a:cs typeface="Noto Sans Devanagari"/>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Noto Sans Devanagari"/>
          <a:cs typeface="Noto Sans Devanagari"/>
        </a:defRPr>
      </a:lvl9pPr>
    </p:bodyStyle>
    <p:otherStyle>
      <a:defPPr>
        <a:defRPr lang="en-US"/>
      </a:defPPr>
      <a:lvl1pPr marL="0" algn="l" defTabSz="914400" rtl="0" eaLnBrk="1" latinLnBrk="0" hangingPunct="1">
        <a:defRPr sz="1800" kern="1200">
          <a:solidFill>
            <a:schemeClr val="tx1"/>
          </a:solidFill>
          <a:latin typeface="+mn-lt"/>
          <a:ea typeface="Noto Sans Devanagari"/>
          <a:cs typeface="Noto Sans Devanagari"/>
        </a:defRPr>
      </a:lvl1pPr>
      <a:lvl2pPr marL="457200" algn="l" defTabSz="914400" rtl="0" eaLnBrk="1" latinLnBrk="0" hangingPunct="1">
        <a:defRPr sz="1800" kern="1200">
          <a:solidFill>
            <a:schemeClr val="tx1"/>
          </a:solidFill>
          <a:latin typeface="+mn-lt"/>
          <a:ea typeface="Noto Sans Devanagari"/>
          <a:cs typeface="Noto Sans Devanagari"/>
        </a:defRPr>
      </a:lvl2pPr>
      <a:lvl3pPr marL="914400" algn="l" defTabSz="914400" rtl="0" eaLnBrk="1" latinLnBrk="0" hangingPunct="1">
        <a:defRPr sz="1800" kern="1200">
          <a:solidFill>
            <a:schemeClr val="tx1"/>
          </a:solidFill>
          <a:latin typeface="+mn-lt"/>
          <a:ea typeface="Noto Sans Devanagari"/>
          <a:cs typeface="Noto Sans Devanagari"/>
        </a:defRPr>
      </a:lvl3pPr>
      <a:lvl4pPr marL="1371600" algn="l" defTabSz="914400" rtl="0" eaLnBrk="1" latinLnBrk="0" hangingPunct="1">
        <a:defRPr sz="1800" kern="1200">
          <a:solidFill>
            <a:schemeClr val="tx1"/>
          </a:solidFill>
          <a:latin typeface="+mn-lt"/>
          <a:ea typeface="Noto Sans Devanagari"/>
          <a:cs typeface="Noto Sans Devanagari"/>
        </a:defRPr>
      </a:lvl4pPr>
      <a:lvl5pPr marL="1828800" algn="l" defTabSz="914400" rtl="0" eaLnBrk="1" latinLnBrk="0" hangingPunct="1">
        <a:defRPr sz="1800" kern="1200">
          <a:solidFill>
            <a:schemeClr val="tx1"/>
          </a:solidFill>
          <a:latin typeface="+mn-lt"/>
          <a:ea typeface="Noto Sans Devanagari"/>
          <a:cs typeface="Noto Sans Devanagari"/>
        </a:defRPr>
      </a:lvl5pPr>
      <a:lvl6pPr marL="2286000" algn="l" defTabSz="914400" rtl="0" eaLnBrk="1" latinLnBrk="0" hangingPunct="1">
        <a:defRPr sz="1800" kern="1200">
          <a:solidFill>
            <a:schemeClr val="tx1"/>
          </a:solidFill>
          <a:latin typeface="+mn-lt"/>
          <a:ea typeface="Noto Sans Devanagari"/>
          <a:cs typeface="Noto Sans Devanagari"/>
        </a:defRPr>
      </a:lvl6pPr>
      <a:lvl7pPr marL="2743200" algn="l" defTabSz="914400" rtl="0" eaLnBrk="1" latinLnBrk="0" hangingPunct="1">
        <a:defRPr sz="1800" kern="1200">
          <a:solidFill>
            <a:schemeClr val="tx1"/>
          </a:solidFill>
          <a:latin typeface="+mn-lt"/>
          <a:ea typeface="Noto Sans Devanagari"/>
          <a:cs typeface="Noto Sans Devanagari"/>
        </a:defRPr>
      </a:lvl7pPr>
      <a:lvl8pPr marL="3200400" algn="l" defTabSz="914400" rtl="0" eaLnBrk="1" latinLnBrk="0" hangingPunct="1">
        <a:defRPr sz="1800" kern="1200">
          <a:solidFill>
            <a:schemeClr val="tx1"/>
          </a:solidFill>
          <a:latin typeface="+mn-lt"/>
          <a:ea typeface="Noto Sans Devanagari"/>
          <a:cs typeface="Noto Sans Devanagari"/>
        </a:defRPr>
      </a:lvl8pPr>
      <a:lvl9pPr marL="3657600" algn="l" defTabSz="914400" rtl="0" eaLnBrk="1" latinLnBrk="0" hangingPunct="1">
        <a:defRPr sz="1800" kern="1200">
          <a:solidFill>
            <a:schemeClr val="tx1"/>
          </a:solidFill>
          <a:latin typeface="+mn-lt"/>
          <a:ea typeface="Noto Sans Devanagari"/>
          <a:cs typeface="Noto Sans Devanaga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 Id="rId100"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xml"/><Relationship Id="rId100"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3.xml"/><Relationship Id="rId100"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xml"/><Relationship Id="rId100"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5.xml"/><Relationship Id="rId100" Type="http://schemas.openxmlformats.org/officeDocument/2006/relationships/image" Target="../media/image9.jpg"/><Relationship Id="rIdEco1" Type="http://schemas.openxmlformats.org/officeDocument/2006/relationships/image" Target="../media/eco_base.png"/><Relationship Id="rIdEco2" Type="http://schemas.openxmlformats.org/officeDocument/2006/relationships/image" Target="../media/eco_link1.png"/><Relationship Id="rIdEco3" Type="http://schemas.openxmlformats.org/officeDocument/2006/relationships/image" Target="../media/eco_link2.png"/><Relationship Id="rIdEco4" Type="http://schemas.openxmlformats.org/officeDocument/2006/relationships/image" Target="../media/eco_link3.png"/><Relationship Id="rIdEco5" Type="http://schemas.openxmlformats.org/officeDocument/2006/relationships/image" Target="../media/eco_link4.png"/><Relationship Id="rIdEco6" Type="http://schemas.openxmlformats.org/officeDocument/2006/relationships/image" Target="../media/eco_link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6.xml"/><Relationship Id="rId100"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7.xml"/><Relationship Id="rId100"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8.xml"/><Relationship Id="rId100"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9.xml"/><Relationship Id="rId100" Type="http://schemas.openxmlformats.org/officeDocument/2006/relationships/image" Target="../media/image9.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ipL"/>
          <p:cNvSpPr/>
          <p:nvPr/>
        </p:nvSpPr>
        <p:spPr>
          <a:xfrm>
            <a:off x="0" y="0"/>
            <a:ext cx="4063898" cy="64008"/>
          </a:xfrm>
          <a:prstGeom prst="rect">
            <a:avLst/>
          </a:prstGeom>
          <a:solidFill>
            <a:srgbClr val="1E3A5F"/>
          </a:solidFill>
          <a:ln>
            <a:noFill/>
          </a:ln>
          <a:effectLst/>
        </p:spPr>
        <p:txBody>
          <a:bodyPr rtlCol="0" anchor="ctr"/>
          <a:lstStyle/>
          <a:p>
            <a:pPr algn="ctr"/>
          </a:p>
        </p:txBody>
      </p:sp>
      <p:sp>
        <p:nvSpPr>
          <p:cNvPr id="3" name="StripM"/>
          <p:cNvSpPr/>
          <p:nvPr/>
        </p:nvSpPr>
        <p:spPr>
          <a:xfrm>
            <a:off x="4063898" y="0"/>
            <a:ext cx="4063898" cy="64008"/>
          </a:xfrm>
          <a:prstGeom prst="rect">
            <a:avLst/>
          </a:prstGeom>
          <a:solidFill>
            <a:srgbClr val="1E3A5F"/>
          </a:solidFill>
          <a:ln>
            <a:noFill/>
          </a:ln>
          <a:effectLst/>
        </p:spPr>
        <p:txBody>
          <a:bodyPr rtlCol="0" anchor="ctr"/>
          <a:lstStyle/>
          <a:p>
            <a:pPr algn="ctr"/>
          </a:p>
        </p:txBody>
      </p:sp>
      <p:sp>
        <p:nvSpPr>
          <p:cNvPr id="4" name="StripR"/>
          <p:cNvSpPr/>
          <p:nvPr/>
        </p:nvSpPr>
        <p:spPr>
          <a:xfrm>
            <a:off x="8127796" y="0"/>
            <a:ext cx="4063898" cy="64008"/>
          </a:xfrm>
          <a:prstGeom prst="rect">
            <a:avLst/>
          </a:prstGeom>
          <a:solidFill>
            <a:srgbClr val="C0912B"/>
          </a:solidFill>
          <a:ln>
            <a:noFill/>
          </a:ln>
          <a:effectLst/>
        </p:spPr>
        <p:txBody>
          <a:bodyPr rtlCol="0" anchor="ctr"/>
          <a:lstStyle/>
          <a:p>
            <a:pPr algn="ctr"/>
          </a:p>
        </p:txBody>
      </p:sp>
      <p:pic>
        <p:nvPicPr>
          <p:cNvPr id="5" name="BSF Logo" descr="image.png"/>
          <p:cNvPicPr>
            <a:picLocks noChangeAspect="1"/>
          </p:cNvPicPr>
          <p:nvPr/>
        </p:nvPicPr>
        <p:blipFill>
          <a:blip r:embed="rId2"/>
          <a:stretch>
            <a:fillRect/>
          </a:stretch>
        </p:blipFill>
        <p:spPr>
          <a:xfrm>
            <a:off x="91440" y="240000"/>
            <a:ext cx="475488" cy="475488"/>
          </a:xfrm>
          <a:prstGeom prst="rect">
            <a:avLst/>
          </a:prstGeom>
        </p:spPr>
      </p:pic>
      <p:sp>
        <p:nvSpPr>
          <p:cNvPr id="6" name="TextBox 5"/>
          <p:cNvSpPr txBox="1"/>
          <p:nvPr/>
        </p:nvSpPr>
        <p:spPr>
          <a:xfrm>
            <a:off x="822960" y="1143000"/>
            <a:ext cx="6035040" cy="320040"/>
          </a:xfrm>
          <a:prstGeom prst="rect">
            <a:avLst/>
          </a:prstGeom>
          <a:noFill/>
        </p:spPr>
        <p:txBody>
          <a:bodyPr wrap="square" lIns="54864" tIns="27432" rIns="54864" bIns="27432" anchor="t">
            <a:spAutoFit/>
          </a:bodyPr>
          <a:lstStyle/>
          <a:p>
            <a:pPr algn="l"/>
            <a:r>
              <a:rPr lang="hi-IN" sz="1300" b="1">
                <a:solidFill>
                  <a:srgbClr val="1E3A5F"/>
                </a:solidFill>
                <a:latin typeface="Inter"/>
                <a:ea typeface="Inter"/>
                <a:cs typeface="Noto Sans Devanagari"/>
              </a:rPr>
              <a:t>M0  •  I-GOT KARMAYOGI</a:t>
            </a:r>
          </a:p>
        </p:txBody>
      </p:sp>
      <p:sp>
        <p:nvSpPr>
          <p:cNvPr id="7" name="Title"/>
          <p:cNvSpPr txBox="1"/>
          <p:nvPr/>
        </p:nvSpPr>
        <p:spPr>
          <a:xfrm>
            <a:off x="822960" y="1554480"/>
            <a:ext cx="6766560" cy="2240280"/>
          </a:xfrm>
          <a:prstGeom prst="rect">
            <a:avLst/>
          </a:prstGeom>
          <a:noFill/>
        </p:spPr>
        <p:txBody>
          <a:bodyPr wrap="square" lIns="54864" tIns="27432" rIns="54864" bIns="27432" anchor="t">
            <a:spAutoFit/>
          </a:bodyPr>
          <a:lstStyle/>
          <a:p>
            <a:pPr algn="l"/>
            <a:r>
              <a:rPr lang="hi-IN" sz="4400" b="1">
                <a:solidFill>
                  <a:srgbClr val="1E3A5F"/>
                </a:solidFill>
                <a:latin typeface="Inter"/>
                <a:ea typeface="Inter"/>
                <a:cs typeface="Noto Sans Devanagari"/>
              </a:rPr>
              <a:t>साइबर सुरक्षा और</a:t>
            </a:r>
          </a:p>
          <a:p>
            <a:pPr algn="l"/>
            <a:r>
              <a:rPr lang="hi-IN" sz="4400" b="1">
                <a:solidFill>
                  <a:srgbClr val="1E3A5F"/>
                </a:solidFill>
                <a:latin typeface="Inter"/>
                <a:ea typeface="Inter"/>
                <a:cs typeface="Noto Sans Devanagari"/>
              </a:rPr>
              <a:t>डिजिटल धोखाधड़ी</a:t>
            </a:r>
          </a:p>
          <a:p>
            <a:pPr algn="l"/>
            <a:r>
              <a:rPr lang="hi-IN" sz="4400" b="1">
                <a:solidFill>
                  <a:srgbClr val="1E3A5F"/>
                </a:solidFill>
                <a:latin typeface="Inter"/>
                <a:ea typeface="Inter"/>
                <a:cs typeface="Noto Sans Devanagari"/>
              </a:rPr>
              <a:t>से बचाव</a:t>
            </a:r>
          </a:p>
        </p:txBody>
      </p:sp>
      <p:sp>
        <p:nvSpPr>
          <p:cNvPr id="8" name="TextBox 7"/>
          <p:cNvSpPr txBox="1"/>
          <p:nvPr/>
        </p:nvSpPr>
        <p:spPr>
          <a:xfrm>
            <a:off x="822960" y="3931920"/>
            <a:ext cx="6309360" cy="868680"/>
          </a:xfrm>
          <a:prstGeom prst="rect">
            <a:avLst/>
          </a:prstGeom>
          <a:noFill/>
        </p:spPr>
        <p:txBody>
          <a:bodyPr wrap="square" lIns="54864" tIns="27432" rIns="54864" bIns="27432" anchor="t">
            <a:spAutoFit/>
          </a:bodyPr>
          <a:lstStyle/>
          <a:p>
            <a:pPr algn="l"/>
            <a:r>
              <a:rPr lang="hi-IN" sz="1600" b="1">
                <a:solidFill>
                  <a:srgbClr val="3E4C5A"/>
                </a:solidFill>
                <a:latin typeface="Inter"/>
                <a:ea typeface="Inter"/>
                <a:cs typeface="Noto Sans Devanagari"/>
              </a:rPr>
              <a:t>सभी बलों के जवान और परिवार के लिए — UPI, OTP, फर्जी ऐप और डिजिटल अरेस्ट जैसे खतरों की पहचान और रोकथाम।</a:t>
            </a:r>
          </a:p>
        </p:txBody>
      </p:sp>
      <p:sp>
        <p:nvSpPr>
          <p:cNvPr id="9" name="Rounded Rectangle 8"/>
          <p:cNvSpPr/>
          <p:nvPr/>
        </p:nvSpPr>
        <p:spPr>
          <a:xfrm>
            <a:off x="822960" y="4937760"/>
            <a:ext cx="1463040" cy="384048"/>
          </a:xfrm>
          <a:prstGeom prst="roundRect">
            <a:avLst>
              <a:gd name="adj" fmla="val 50000"/>
            </a:avLst>
          </a:prstGeom>
          <a:solidFill>
            <a:srgbClr val="F1F5FA"/>
          </a:solidFill>
          <a:ln>
            <a:noFill/>
          </a:ln>
          <a:effectLst/>
        </p:spPr>
        <p:txBody>
          <a:bodyPr rtlCol="0" anchor="ctr"/>
          <a:lstStyle/>
          <a:p>
            <a:pPr algn="ctr"/>
          </a:p>
        </p:txBody>
      </p:sp>
      <p:sp>
        <p:nvSpPr>
          <p:cNvPr id="10" name="TextBox 9"/>
          <p:cNvSpPr txBox="1"/>
          <p:nvPr/>
        </p:nvSpPr>
        <p:spPr>
          <a:xfrm>
            <a:off x="822960" y="4937760"/>
            <a:ext cx="1463040" cy="384048"/>
          </a:xfrm>
          <a:prstGeom prst="rect">
            <a:avLst/>
          </a:prstGeom>
          <a:noFill/>
        </p:spPr>
        <p:txBody>
          <a:bodyPr wrap="square" lIns="73152" tIns="0" rIns="73152" bIns="0" anchor="ctr">
            <a:spAutoFit/>
          </a:bodyPr>
          <a:lstStyle/>
          <a:p>
            <a:pPr algn="ctr"/>
            <a:r>
              <a:rPr lang="hi-IN" sz="1300" b="1">
                <a:solidFill>
                  <a:srgbClr val="1E3A5F"/>
                </a:solidFill>
                <a:latin typeface="Inter"/>
                <a:ea typeface="Inter"/>
                <a:cs typeface="Noto Sans Devanagari"/>
              </a:rPr>
              <a:t>सभी रैंक</a:t>
            </a:r>
          </a:p>
        </p:txBody>
      </p:sp>
      <p:sp>
        <p:nvSpPr>
          <p:cNvPr id="11" name="Rounded Rectangle 10"/>
          <p:cNvSpPr/>
          <p:nvPr/>
        </p:nvSpPr>
        <p:spPr>
          <a:xfrm>
            <a:off x="2423160" y="4937760"/>
            <a:ext cx="1188720" cy="384048"/>
          </a:xfrm>
          <a:prstGeom prst="roundRect">
            <a:avLst>
              <a:gd name="adj" fmla="val 50000"/>
            </a:avLst>
          </a:prstGeom>
          <a:solidFill>
            <a:srgbClr val="F1F5FA"/>
          </a:solidFill>
          <a:ln>
            <a:noFill/>
          </a:ln>
          <a:effectLst/>
        </p:spPr>
        <p:txBody>
          <a:bodyPr rtlCol="0" anchor="ctr"/>
          <a:lstStyle/>
          <a:p>
            <a:pPr algn="ctr"/>
          </a:p>
        </p:txBody>
      </p:sp>
      <p:sp>
        <p:nvSpPr>
          <p:cNvPr id="12" name="TextBox 11"/>
          <p:cNvSpPr txBox="1"/>
          <p:nvPr/>
        </p:nvSpPr>
        <p:spPr>
          <a:xfrm>
            <a:off x="2423160" y="4937760"/>
            <a:ext cx="1188720" cy="384048"/>
          </a:xfrm>
          <a:prstGeom prst="rect">
            <a:avLst/>
          </a:prstGeom>
          <a:noFill/>
        </p:spPr>
        <p:txBody>
          <a:bodyPr wrap="square" lIns="73152" tIns="0" rIns="73152" bIns="0" anchor="ctr">
            <a:spAutoFit/>
          </a:bodyPr>
          <a:lstStyle/>
          <a:p>
            <a:pPr algn="ctr"/>
            <a:r>
              <a:rPr lang="hi-IN" sz="1300" b="1">
                <a:solidFill>
                  <a:srgbClr val="1E3A5F"/>
                </a:solidFill>
                <a:latin typeface="Inter"/>
                <a:ea typeface="Inter"/>
                <a:cs typeface="Noto Sans Devanagari"/>
              </a:rPr>
              <a:t>हिंदी</a:t>
            </a:r>
          </a:p>
        </p:txBody>
      </p:sp>
      <p:sp>
        <p:nvSpPr>
          <p:cNvPr id="13" name="Rounded Rectangle 12"/>
          <p:cNvSpPr/>
          <p:nvPr/>
        </p:nvSpPr>
        <p:spPr>
          <a:xfrm>
            <a:off x="3749039" y="4937760"/>
            <a:ext cx="1737360" cy="384048"/>
          </a:xfrm>
          <a:prstGeom prst="roundRect">
            <a:avLst>
              <a:gd name="adj" fmla="val 50000"/>
            </a:avLst>
          </a:prstGeom>
          <a:solidFill>
            <a:srgbClr val="F1F5FA"/>
          </a:solidFill>
          <a:ln>
            <a:noFill/>
          </a:ln>
          <a:effectLst/>
        </p:spPr>
        <p:txBody>
          <a:bodyPr rtlCol="0" anchor="ctr"/>
          <a:lstStyle/>
          <a:p>
            <a:pPr algn="ctr"/>
          </a:p>
        </p:txBody>
      </p:sp>
      <p:sp>
        <p:nvSpPr>
          <p:cNvPr id="14" name="TextBox 13"/>
          <p:cNvSpPr txBox="1"/>
          <p:nvPr/>
        </p:nvSpPr>
        <p:spPr>
          <a:xfrm>
            <a:off x="3749039" y="4937760"/>
            <a:ext cx="1737360" cy="384048"/>
          </a:xfrm>
          <a:prstGeom prst="rect">
            <a:avLst/>
          </a:prstGeom>
          <a:noFill/>
        </p:spPr>
        <p:txBody>
          <a:bodyPr wrap="square" lIns="73152" tIns="0" rIns="73152" bIns="0" anchor="ctr">
            <a:spAutoFit/>
          </a:bodyPr>
          <a:lstStyle/>
          <a:p>
            <a:pPr algn="ctr"/>
            <a:r>
              <a:rPr lang="hi-IN" sz="1300" b="1">
                <a:solidFill>
                  <a:srgbClr val="1E3A5F"/>
                </a:solidFill>
                <a:latin typeface="Inter"/>
                <a:ea typeface="Inter"/>
                <a:cs typeface="Noto Sans Devanagari"/>
              </a:rPr>
              <a:t>M0 परिचय</a:t>
            </a:r>
          </a:p>
        </p:txBody>
      </p:sp>
      <p:sp>
        <p:nvSpPr>
          <p:cNvPr id="15" name="Rounded Rectangle 14"/>
          <p:cNvSpPr/>
          <p:nvPr/>
        </p:nvSpPr>
        <p:spPr>
          <a:xfrm>
            <a:off x="822960" y="5623560"/>
            <a:ext cx="1828800" cy="502920"/>
          </a:xfrm>
          <a:prstGeom prst="roundRect">
            <a:avLst>
              <a:gd name="adj" fmla="val 50000"/>
            </a:avLst>
          </a:prstGeom>
          <a:solidFill>
            <a:srgbClr val="F1F5FA"/>
          </a:solidFill>
          <a:ln>
            <a:noFill/>
          </a:ln>
          <a:effectLst/>
        </p:spPr>
        <p:txBody>
          <a:bodyPr rtlCol="0" anchor="ctr"/>
          <a:lstStyle/>
          <a:p>
            <a:pPr algn="ctr"/>
          </a:p>
        </p:txBody>
      </p:sp>
      <p:sp>
        <p:nvSpPr>
          <p:cNvPr id="16" name="TextBox 15"/>
          <p:cNvSpPr txBox="1"/>
          <p:nvPr/>
        </p:nvSpPr>
        <p:spPr>
          <a:xfrm>
            <a:off x="822960" y="5623560"/>
            <a:ext cx="1828800" cy="502920"/>
          </a:xfrm>
          <a:prstGeom prst="rect">
            <a:avLst/>
          </a:prstGeom>
          <a:noFill/>
        </p:spPr>
        <p:txBody>
          <a:bodyPr wrap="square" lIns="73152" tIns="0" rIns="73152" bIns="0" anchor="ctr">
            <a:spAutoFit/>
          </a:bodyPr>
          <a:lstStyle/>
          <a:p>
            <a:pPr algn="ctr"/>
            <a:r>
              <a:rPr lang="hi-IN" sz="1700" b="1">
                <a:solidFill>
                  <a:srgbClr val="1E3A5F"/>
                </a:solidFill>
                <a:latin typeface="Inter"/>
                <a:ea typeface="Inter"/>
                <a:cs typeface="Noto Sans Devanagari"/>
              </a:rPr>
              <a:t>रुको</a:t>
            </a:r>
          </a:p>
        </p:txBody>
      </p:sp>
      <p:sp>
        <p:nvSpPr>
          <p:cNvPr id="17" name="Rounded Rectangle 16"/>
          <p:cNvSpPr/>
          <p:nvPr/>
        </p:nvSpPr>
        <p:spPr>
          <a:xfrm>
            <a:off x="2788920" y="5623560"/>
            <a:ext cx="1828800" cy="502920"/>
          </a:xfrm>
          <a:prstGeom prst="roundRect">
            <a:avLst>
              <a:gd name="adj" fmla="val 50000"/>
            </a:avLst>
          </a:prstGeom>
          <a:solidFill>
            <a:srgbClr val="F1F5FA"/>
          </a:solidFill>
          <a:ln>
            <a:noFill/>
          </a:ln>
          <a:effectLst/>
        </p:spPr>
        <p:txBody>
          <a:bodyPr rtlCol="0" anchor="ctr"/>
          <a:lstStyle/>
          <a:p>
            <a:pPr algn="ctr"/>
          </a:p>
        </p:txBody>
      </p:sp>
      <p:sp>
        <p:nvSpPr>
          <p:cNvPr id="18" name="TextBox 17"/>
          <p:cNvSpPr txBox="1"/>
          <p:nvPr/>
        </p:nvSpPr>
        <p:spPr>
          <a:xfrm>
            <a:off x="2788920" y="5623560"/>
            <a:ext cx="1828800" cy="502920"/>
          </a:xfrm>
          <a:prstGeom prst="rect">
            <a:avLst/>
          </a:prstGeom>
          <a:noFill/>
        </p:spPr>
        <p:txBody>
          <a:bodyPr wrap="square" lIns="73152" tIns="0" rIns="73152" bIns="0" anchor="ctr">
            <a:spAutoFit/>
          </a:bodyPr>
          <a:lstStyle/>
          <a:p>
            <a:pPr algn="ctr"/>
            <a:r>
              <a:rPr lang="hi-IN" sz="1700" b="1">
                <a:solidFill>
                  <a:srgbClr val="1E3A5F"/>
                </a:solidFill>
                <a:latin typeface="Inter"/>
                <a:ea typeface="Inter"/>
                <a:cs typeface="Noto Sans Devanagari"/>
              </a:rPr>
              <a:t>सोचो</a:t>
            </a:r>
          </a:p>
        </p:txBody>
      </p:sp>
      <p:sp>
        <p:nvSpPr>
          <p:cNvPr id="19" name="Rounded Rectangle 18"/>
          <p:cNvSpPr/>
          <p:nvPr/>
        </p:nvSpPr>
        <p:spPr>
          <a:xfrm>
            <a:off x="4754880" y="5623560"/>
            <a:ext cx="2377440" cy="502920"/>
          </a:xfrm>
          <a:prstGeom prst="roundRect">
            <a:avLst>
              <a:gd name="adj" fmla="val 50000"/>
            </a:avLst>
          </a:prstGeom>
          <a:solidFill>
            <a:srgbClr val="F1F5FA"/>
          </a:solidFill>
          <a:ln>
            <a:noFill/>
          </a:ln>
          <a:effectLst/>
        </p:spPr>
        <p:txBody>
          <a:bodyPr rtlCol="0" anchor="ctr"/>
          <a:lstStyle/>
          <a:p>
            <a:pPr algn="ctr"/>
          </a:p>
        </p:txBody>
      </p:sp>
      <p:sp>
        <p:nvSpPr>
          <p:cNvPr id="20" name="TextBox 19"/>
          <p:cNvSpPr txBox="1"/>
          <p:nvPr/>
        </p:nvSpPr>
        <p:spPr>
          <a:xfrm>
            <a:off x="4754880" y="5623560"/>
            <a:ext cx="2377440" cy="502920"/>
          </a:xfrm>
          <a:prstGeom prst="rect">
            <a:avLst/>
          </a:prstGeom>
          <a:noFill/>
        </p:spPr>
        <p:txBody>
          <a:bodyPr wrap="square" lIns="73152" tIns="0" rIns="73152" bIns="0" anchor="ctr">
            <a:spAutoFit/>
          </a:bodyPr>
          <a:lstStyle/>
          <a:p>
            <a:pPr algn="ctr"/>
            <a:r>
              <a:rPr lang="hi-IN" sz="1700" b="1">
                <a:solidFill>
                  <a:srgbClr val="1E3A5F"/>
                </a:solidFill>
                <a:latin typeface="Inter"/>
                <a:ea typeface="Inter"/>
                <a:cs typeface="Noto Sans Devanagari"/>
              </a:rPr>
              <a:t>शिकायत करो</a:t>
            </a:r>
          </a:p>
        </p:txBody>
      </p:sp>
      <p:sp>
        <p:nvSpPr>
          <p:cNvPr id="21" name="Rounded Rectangle 20"/>
          <p:cNvSpPr/>
          <p:nvPr/>
        </p:nvSpPr>
        <p:spPr>
          <a:xfrm>
            <a:off x="8001000" y="777240"/>
            <a:ext cx="3657600" cy="5669280"/>
          </a:xfrm>
          <a:prstGeom prst="roundRect">
            <a:avLst>
              <a:gd name="adj" fmla="val 3500"/>
            </a:avLst>
          </a:prstGeom>
          <a:solidFill>
            <a:srgbClr val="FFFFFF"/>
          </a:solidFill>
          <a:ln w="9525">
            <a:solidFill>
              <a:srgbClr val="D3DEE9"/>
            </a:solidFill>
          </a:ln>
          <a:effectLst/>
        </p:spPr>
        <p:txBody>
          <a:bodyPr rtlCol="0" anchor="ctr"/>
          <a:lstStyle/>
          <a:p>
            <a:pPr algn="ctr"/>
          </a:p>
        </p:txBody>
      </p:sp>
      <p:pic>
        <p:nvPicPr>
          <p:cNvPr id="22" name="Hero" descr="s01_326077f7.png"/>
          <p:cNvPicPr>
            <a:picLocks noChangeAspect="1"/>
          </p:cNvPicPr>
          <p:nvPr/>
        </p:nvPicPr>
        <p:blipFill>
          <a:blip r:embed="rId3"/>
          <a:stretch>
            <a:fillRect/>
          </a:stretch>
        </p:blipFill>
        <p:spPr>
          <a:xfrm>
            <a:off x="8197824" y="914400"/>
            <a:ext cx="3263950" cy="5394960"/>
          </a:xfrm>
          <a:prstGeom prst="rect">
            <a:avLst/>
          </a:prstGeom>
        </p:spPr>
      </p:pic>
      <p:sp>
        <p:nvSpPr>
          <p:cNvPr id="23" name="SlideNo"/>
          <p:cNvSpPr txBox="1"/>
          <p:nvPr/>
        </p:nvSpPr>
        <p:spPr>
          <a:xfrm>
            <a:off x="10625328" y="6510528"/>
            <a:ext cx="1417320" cy="274320"/>
          </a:xfrm>
          <a:prstGeom prst="rect">
            <a:avLst/>
          </a:prstGeom>
          <a:noFill/>
        </p:spPr>
        <p:txBody>
          <a:bodyPr wrap="square" lIns="0" tIns="0" rIns="0" bIns="0" anchor="t">
            <a:spAutoFit/>
          </a:bodyPr>
          <a:lstStyle/>
          <a:p>
            <a:pPr algn="r"/>
            <a:r>
              <a:rPr lang="hi-IN" sz="1000" b="1">
                <a:solidFill>
                  <a:srgbClr val="3E4C5A"/>
                </a:solidFill>
                <a:latin typeface="Inter"/>
                <a:ea typeface="Inter"/>
                <a:cs typeface="Noto Sans Devanagari"/>
              </a:rPr>
              <a:t>01 / 9</a:t>
            </a:r>
          </a:p>
        </p:txBody>
      </p:sp>
      <p:pic>
        <p:nvPicPr>
          <p:cNvPr id="24" name="Eagle Logo" descr="eagle"/>
          <p:cNvPicPr>
            <a:picLocks noChangeAspect="1"/>
          </p:cNvPicPr>
          <p:nvPr/>
        </p:nvPicPr>
        <p:blipFill>
          <a:blip r:embed="rId100"/>
          <a:stretch>
            <a:fillRect/>
          </a:stretch>
        </p:blipFill>
        <p:spPr>
          <a:xfrm>
            <a:off x="11625072" y="240000"/>
            <a:ext cx="475488" cy="4754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1" grpId="0" animBg="1"/>
      <p:bldP spid="8" grpId="0"/>
      <p:bldP spid="9" grpId="0" animBg="1"/>
      <p:bldP spid="10" grpId="0"/>
      <p:bldP spid="11" grpId="0" animBg="1"/>
      <p:bldP spid="12" grpId="0"/>
      <p:bldP spid="13" grpId="0" animBg="1"/>
      <p:bldP spid="14" grpId="0"/>
      <p:bldP spid="15" grpId="0" animBg="1"/>
      <p:bldP spid="16" grpId="0"/>
      <p:bldP spid="17" grpId="0" animBg="1"/>
      <p:bldP spid="18" grpId="0"/>
      <p:bldP spid="19" grpId="0" animBg="1"/>
      <p:bldP spid="20"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ipL"/>
          <p:cNvSpPr/>
          <p:nvPr/>
        </p:nvSpPr>
        <p:spPr>
          <a:xfrm>
            <a:off x="0" y="0"/>
            <a:ext cx="4063898" cy="64008"/>
          </a:xfrm>
          <a:prstGeom prst="rect">
            <a:avLst/>
          </a:prstGeom>
          <a:solidFill>
            <a:srgbClr val="1E3A5F"/>
          </a:solidFill>
          <a:ln>
            <a:noFill/>
          </a:ln>
          <a:effectLst/>
        </p:spPr>
        <p:txBody>
          <a:bodyPr rtlCol="0" anchor="ctr"/>
          <a:lstStyle/>
          <a:p>
            <a:pPr algn="ctr"/>
          </a:p>
        </p:txBody>
      </p:sp>
      <p:sp>
        <p:nvSpPr>
          <p:cNvPr id="3" name="StripM"/>
          <p:cNvSpPr/>
          <p:nvPr/>
        </p:nvSpPr>
        <p:spPr>
          <a:xfrm>
            <a:off x="4063898" y="0"/>
            <a:ext cx="4063898" cy="64008"/>
          </a:xfrm>
          <a:prstGeom prst="rect">
            <a:avLst/>
          </a:prstGeom>
          <a:solidFill>
            <a:srgbClr val="1E3A5F"/>
          </a:solidFill>
          <a:ln>
            <a:noFill/>
          </a:ln>
          <a:effectLst/>
        </p:spPr>
        <p:txBody>
          <a:bodyPr rtlCol="0" anchor="ctr"/>
          <a:lstStyle/>
          <a:p>
            <a:pPr algn="ctr"/>
          </a:p>
        </p:txBody>
      </p:sp>
      <p:sp>
        <p:nvSpPr>
          <p:cNvPr id="4" name="StripR"/>
          <p:cNvSpPr/>
          <p:nvPr/>
        </p:nvSpPr>
        <p:spPr>
          <a:xfrm>
            <a:off x="8127796" y="0"/>
            <a:ext cx="4063898" cy="64008"/>
          </a:xfrm>
          <a:prstGeom prst="rect">
            <a:avLst/>
          </a:prstGeom>
          <a:solidFill>
            <a:srgbClr val="C0912B"/>
          </a:solidFill>
          <a:ln>
            <a:noFill/>
          </a:ln>
          <a:effectLst/>
        </p:spPr>
        <p:txBody>
          <a:bodyPr rtlCol="0" anchor="ctr"/>
          <a:lstStyle/>
          <a:p>
            <a:pPr algn="ctr"/>
          </a:p>
        </p:txBody>
      </p:sp>
      <p:pic>
        <p:nvPicPr>
          <p:cNvPr id="5" name="BSF Logo" descr="image.png"/>
          <p:cNvPicPr>
            <a:picLocks noChangeAspect="1"/>
          </p:cNvPicPr>
          <p:nvPr/>
        </p:nvPicPr>
        <p:blipFill>
          <a:blip r:embed="rId2"/>
          <a:stretch>
            <a:fillRect/>
          </a:stretch>
        </p:blipFill>
        <p:spPr>
          <a:xfrm>
            <a:off x="91440" y="240000"/>
            <a:ext cx="475488" cy="475488"/>
          </a:xfrm>
          <a:prstGeom prst="rect">
            <a:avLst/>
          </a:prstGeom>
        </p:spPr>
      </p:pic>
      <p:sp>
        <p:nvSpPr>
          <p:cNvPr id="6" name="Title"/>
          <p:cNvSpPr txBox="1"/>
          <p:nvPr/>
        </p:nvSpPr>
        <p:spPr>
          <a:xfrm>
            <a:off x="713232" y="182880"/>
            <a:ext cx="10424160" cy="640080"/>
          </a:xfrm>
          <a:prstGeom prst="rect">
            <a:avLst/>
          </a:prstGeom>
          <a:noFill/>
        </p:spPr>
        <p:txBody>
          <a:bodyPr wrap="square" lIns="54864" tIns="27432" rIns="54864" bIns="27432" anchor="ctr">
            <a:spAutoFit/>
          </a:bodyPr>
          <a:lstStyle/>
          <a:p>
            <a:pPr algn="l"/>
            <a:r>
              <a:rPr lang="hi-IN" sz="3000" b="1">
                <a:solidFill>
                  <a:srgbClr val="1E3A5F"/>
                </a:solidFill>
                <a:latin typeface="Inter"/>
                <a:ea typeface="Inter"/>
                <a:cs typeface="Noto Sans Devanagari"/>
              </a:rPr>
              <a:t>यह कोर्स </a:t>
            </a:r>
            <a:r>
              <a:rPr lang="hi-IN" sz="3000" b="1">
                <a:solidFill>
                  <a:srgbClr val="1E3A5F"/>
                </a:solidFill>
                <a:latin typeface="Inter"/>
                <a:ea typeface="Inter"/>
                <a:cs typeface="Noto Sans Devanagari"/>
              </a:rPr>
              <a:t>क्यों</a:t>
            </a:r>
            <a:r>
              <a:rPr lang="hi-IN" sz="3000" b="1">
                <a:solidFill>
                  <a:srgbClr val="1E3A5F"/>
                </a:solidFill>
                <a:latin typeface="Inter"/>
                <a:ea typeface="Inter"/>
                <a:cs typeface="Noto Sans Devanagari"/>
              </a:rPr>
              <a:t> ज़रूरी है?</a:t>
            </a:r>
          </a:p>
        </p:txBody>
      </p:sp>
      <p:sp>
        <p:nvSpPr>
          <p:cNvPr id="7" name="Subtitle"/>
          <p:cNvSpPr txBox="1"/>
          <p:nvPr/>
        </p:nvSpPr>
        <p:spPr>
          <a:xfrm>
            <a:off x="713232" y="822960"/>
            <a:ext cx="10881360" cy="411480"/>
          </a:xfrm>
          <a:prstGeom prst="rect">
            <a:avLst/>
          </a:prstGeom>
          <a:noFill/>
        </p:spPr>
        <p:txBody>
          <a:bodyPr wrap="square" lIns="54864" tIns="27432" rIns="54864" bIns="27432" anchor="t">
            <a:spAutoFit/>
          </a:bodyPr>
          <a:lstStyle/>
          <a:p>
            <a:pPr algn="l"/>
            <a:r>
              <a:rPr lang="hi-IN" sz="1400" b="0">
                <a:solidFill>
                  <a:srgbClr val="3E4C5A"/>
                </a:solidFill>
                <a:latin typeface="Inter"/>
                <a:ea typeface="Inter"/>
                <a:cs typeface="Noto Sans Devanagari"/>
              </a:rPr>
              <a:t>डिजिटल लेनदेन बढ़ा है, ठगी भी। जवानों के परिवार भी निशाने पर हैं।</a:t>
            </a:r>
          </a:p>
        </p:txBody>
      </p:sp>
      <p:sp>
        <p:nvSpPr>
          <p:cNvPr id="8" name="SlideNo"/>
          <p:cNvSpPr txBox="1"/>
          <p:nvPr/>
        </p:nvSpPr>
        <p:spPr>
          <a:xfrm>
            <a:off x="10625328" y="6510528"/>
            <a:ext cx="1417320" cy="274320"/>
          </a:xfrm>
          <a:prstGeom prst="rect">
            <a:avLst/>
          </a:prstGeom>
          <a:noFill/>
        </p:spPr>
        <p:txBody>
          <a:bodyPr wrap="square" lIns="0" tIns="0" rIns="0" bIns="0" anchor="t">
            <a:spAutoFit/>
          </a:bodyPr>
          <a:lstStyle/>
          <a:p>
            <a:pPr algn="r"/>
            <a:r>
              <a:rPr lang="hi-IN" sz="1000" b="1">
                <a:solidFill>
                  <a:srgbClr val="3E4C5A"/>
                </a:solidFill>
                <a:latin typeface="Inter"/>
                <a:ea typeface="Inter"/>
                <a:cs typeface="Noto Sans Devanagari"/>
              </a:rPr>
              <a:t>02 / 9</a:t>
            </a:r>
          </a:p>
        </p:txBody>
      </p:sp>
      <p:sp>
        <p:nvSpPr>
          <p:cNvPr id="9" name="Rounded Rectangle 8"/>
          <p:cNvSpPr/>
          <p:nvPr/>
        </p:nvSpPr>
        <p:spPr>
          <a:xfrm>
            <a:off x="548640" y="1371600"/>
            <a:ext cx="2697480" cy="1371600"/>
          </a:xfrm>
          <a:prstGeom prst="roundRect">
            <a:avLst>
              <a:gd name="adj" fmla="val 9333"/>
            </a:avLst>
          </a:prstGeom>
          <a:solidFill>
            <a:srgbClr val="F1F5FA"/>
          </a:solidFill>
          <a:ln w="9525">
            <a:solidFill>
              <a:srgbClr val="D3DEE9"/>
            </a:solidFill>
          </a:ln>
          <a:effectLst/>
        </p:spPr>
        <p:txBody>
          <a:bodyPr rtlCol="0" anchor="ctr"/>
          <a:lstStyle/>
          <a:p>
            <a:pPr algn="ctr"/>
          </a:p>
        </p:txBody>
      </p:sp>
      <p:sp>
        <p:nvSpPr>
          <p:cNvPr id="10" name="TextBox 9"/>
          <p:cNvSpPr txBox="1"/>
          <p:nvPr/>
        </p:nvSpPr>
        <p:spPr>
          <a:xfrm>
            <a:off x="658368" y="1426464"/>
            <a:ext cx="2514600" cy="502920"/>
          </a:xfrm>
          <a:prstGeom prst="rect">
            <a:avLst/>
          </a:prstGeom>
          <a:noFill/>
        </p:spPr>
        <p:txBody>
          <a:bodyPr wrap="square" lIns="54864" tIns="27432" rIns="54864" bIns="27432" anchor="ctr">
            <a:spAutoFit/>
          </a:bodyPr>
          <a:lstStyle/>
          <a:p>
            <a:pPr algn="l"/>
            <a:r>
              <a:rPr lang="hi-IN" sz="2400" b="1">
                <a:solidFill>
                  <a:srgbClr val="1E3A5F"/>
                </a:solidFill>
                <a:latin typeface="Inter"/>
                <a:ea typeface="Inter"/>
                <a:cs typeface="Noto Sans Devanagari"/>
              </a:rPr>
              <a:t>13.44 अरब</a:t>
            </a:r>
          </a:p>
        </p:txBody>
      </p:sp>
      <p:sp>
        <p:nvSpPr>
          <p:cNvPr id="11" name="TextBox 10"/>
          <p:cNvSpPr txBox="1"/>
          <p:nvPr/>
        </p:nvSpPr>
        <p:spPr>
          <a:xfrm>
            <a:off x="658368" y="1938528"/>
            <a:ext cx="2514600" cy="457200"/>
          </a:xfrm>
          <a:prstGeom prst="rect">
            <a:avLst/>
          </a:prstGeom>
          <a:noFill/>
        </p:spPr>
        <p:txBody>
          <a:bodyPr wrap="square" lIns="54864" tIns="27432" rIns="54864" bIns="27432" anchor="t">
            <a:spAutoFit/>
          </a:bodyPr>
          <a:lstStyle/>
          <a:p>
            <a:pPr algn="l"/>
            <a:r>
              <a:rPr lang="hi-IN" sz="1200" b="1">
                <a:solidFill>
                  <a:srgbClr val="1E3A5F"/>
                </a:solidFill>
                <a:latin typeface="Inter"/>
                <a:ea typeface="Inter"/>
                <a:cs typeface="Noto Sans Devanagari"/>
              </a:rPr>
              <a:t>UPI लेनदेन, मार्च 2024</a:t>
            </a:r>
          </a:p>
        </p:txBody>
      </p:sp>
      <p:sp>
        <p:nvSpPr>
          <p:cNvPr id="12" name="TextBox 11"/>
          <p:cNvSpPr txBox="1"/>
          <p:nvPr/>
        </p:nvSpPr>
        <p:spPr>
          <a:xfrm>
            <a:off x="658368" y="2395728"/>
            <a:ext cx="2514600" cy="274320"/>
          </a:xfrm>
          <a:prstGeom prst="rect">
            <a:avLst/>
          </a:prstGeom>
          <a:noFill/>
        </p:spPr>
        <p:txBody>
          <a:bodyPr wrap="square" lIns="54864" tIns="27432" rIns="54864" bIns="27432" anchor="t">
            <a:spAutoFit/>
          </a:bodyPr>
          <a:lstStyle/>
          <a:p>
            <a:pPr algn="l"/>
            <a:r>
              <a:rPr lang="hi-IN" sz="1000" b="0">
                <a:solidFill>
                  <a:srgbClr val="3E4C5A"/>
                </a:solidFill>
                <a:latin typeface="Inter"/>
                <a:ea typeface="Inter"/>
                <a:cs typeface="Noto Sans Devanagari"/>
              </a:rPr>
              <a:t>स्रोत: NPCI</a:t>
            </a:r>
          </a:p>
        </p:txBody>
      </p:sp>
      <p:sp>
        <p:nvSpPr>
          <p:cNvPr id="13" name="Rounded Rectangle 12"/>
          <p:cNvSpPr/>
          <p:nvPr/>
        </p:nvSpPr>
        <p:spPr>
          <a:xfrm>
            <a:off x="3364992" y="1371600"/>
            <a:ext cx="2697480" cy="1371600"/>
          </a:xfrm>
          <a:prstGeom prst="roundRect">
            <a:avLst>
              <a:gd name="adj" fmla="val 9333"/>
            </a:avLst>
          </a:prstGeom>
          <a:solidFill>
            <a:srgbClr val="F1F5FA"/>
          </a:solidFill>
          <a:ln w="9525">
            <a:solidFill>
              <a:srgbClr val="D3DEE9"/>
            </a:solidFill>
          </a:ln>
          <a:effectLst/>
        </p:spPr>
        <p:txBody>
          <a:bodyPr rtlCol="0" anchor="ctr"/>
          <a:lstStyle/>
          <a:p>
            <a:pPr algn="ctr"/>
          </a:p>
        </p:txBody>
      </p:sp>
      <p:sp>
        <p:nvSpPr>
          <p:cNvPr id="14" name="TextBox 13"/>
          <p:cNvSpPr txBox="1"/>
          <p:nvPr/>
        </p:nvSpPr>
        <p:spPr>
          <a:xfrm>
            <a:off x="3474720" y="1426464"/>
            <a:ext cx="2514600" cy="502920"/>
          </a:xfrm>
          <a:prstGeom prst="rect">
            <a:avLst/>
          </a:prstGeom>
          <a:noFill/>
        </p:spPr>
        <p:txBody>
          <a:bodyPr wrap="square" lIns="54864" tIns="27432" rIns="54864" bIns="27432" anchor="ctr">
            <a:spAutoFit/>
          </a:bodyPr>
          <a:lstStyle/>
          <a:p>
            <a:pPr algn="l"/>
            <a:r>
              <a:rPr lang="hi-IN" sz="2400" b="1">
                <a:solidFill>
                  <a:srgbClr val="1E3A5F"/>
                </a:solidFill>
                <a:latin typeface="Inter"/>
                <a:ea typeface="Inter"/>
                <a:cs typeface="Noto Sans Devanagari"/>
              </a:rPr>
              <a:t>₹22,800 करोड़</a:t>
            </a:r>
          </a:p>
        </p:txBody>
      </p:sp>
      <p:sp>
        <p:nvSpPr>
          <p:cNvPr id="15" name="TextBox 14"/>
          <p:cNvSpPr txBox="1"/>
          <p:nvPr/>
        </p:nvSpPr>
        <p:spPr>
          <a:xfrm>
            <a:off x="3474720" y="1938528"/>
            <a:ext cx="2514600" cy="457200"/>
          </a:xfrm>
          <a:prstGeom prst="rect">
            <a:avLst/>
          </a:prstGeom>
          <a:noFill/>
        </p:spPr>
        <p:txBody>
          <a:bodyPr wrap="square" lIns="54864" tIns="27432" rIns="54864" bIns="27432" anchor="t">
            <a:spAutoFit/>
          </a:bodyPr>
          <a:lstStyle/>
          <a:p>
            <a:pPr algn="l"/>
            <a:r>
              <a:rPr lang="hi-IN" sz="1200" b="1">
                <a:solidFill>
                  <a:srgbClr val="1E3A5F"/>
                </a:solidFill>
                <a:latin typeface="Inter"/>
                <a:ea typeface="Inter"/>
                <a:cs typeface="Noto Sans Devanagari"/>
              </a:rPr>
              <a:t>साइबर ठगी से अनुमानित नुकसान, 2024</a:t>
            </a:r>
          </a:p>
        </p:txBody>
      </p:sp>
      <p:sp>
        <p:nvSpPr>
          <p:cNvPr id="16" name="TextBox 15"/>
          <p:cNvSpPr txBox="1"/>
          <p:nvPr/>
        </p:nvSpPr>
        <p:spPr>
          <a:xfrm>
            <a:off x="3474720" y="2395728"/>
            <a:ext cx="2514600" cy="274320"/>
          </a:xfrm>
          <a:prstGeom prst="rect">
            <a:avLst/>
          </a:prstGeom>
          <a:noFill/>
        </p:spPr>
        <p:txBody>
          <a:bodyPr wrap="square" lIns="54864" tIns="27432" rIns="54864" bIns="27432" anchor="t">
            <a:spAutoFit/>
          </a:bodyPr>
          <a:lstStyle/>
          <a:p>
            <a:pPr algn="l"/>
            <a:r>
              <a:rPr lang="hi-IN" sz="1000" b="0">
                <a:solidFill>
                  <a:srgbClr val="3E4C5A"/>
                </a:solidFill>
                <a:latin typeface="Inter"/>
                <a:ea typeface="Inter"/>
                <a:cs typeface="Noto Sans Devanagari"/>
              </a:rPr>
              <a:t>स्रोत: I4C / MHA</a:t>
            </a:r>
          </a:p>
        </p:txBody>
      </p:sp>
      <p:sp>
        <p:nvSpPr>
          <p:cNvPr id="17" name="Rounded Rectangle 16"/>
          <p:cNvSpPr/>
          <p:nvPr/>
        </p:nvSpPr>
        <p:spPr>
          <a:xfrm>
            <a:off x="6181344" y="1371600"/>
            <a:ext cx="2697480" cy="1371600"/>
          </a:xfrm>
          <a:prstGeom prst="roundRect">
            <a:avLst>
              <a:gd name="adj" fmla="val 9333"/>
            </a:avLst>
          </a:prstGeom>
          <a:solidFill>
            <a:srgbClr val="F1F5FA"/>
          </a:solidFill>
          <a:ln w="9525">
            <a:solidFill>
              <a:srgbClr val="D3DEE9"/>
            </a:solidFill>
          </a:ln>
          <a:effectLst/>
        </p:spPr>
        <p:txBody>
          <a:bodyPr rtlCol="0" anchor="ctr"/>
          <a:lstStyle/>
          <a:p>
            <a:pPr algn="ctr"/>
          </a:p>
        </p:txBody>
      </p:sp>
      <p:sp>
        <p:nvSpPr>
          <p:cNvPr id="18" name="TextBox 17"/>
          <p:cNvSpPr txBox="1"/>
          <p:nvPr/>
        </p:nvSpPr>
        <p:spPr>
          <a:xfrm>
            <a:off x="6291072" y="1426464"/>
            <a:ext cx="2514600" cy="502920"/>
          </a:xfrm>
          <a:prstGeom prst="rect">
            <a:avLst/>
          </a:prstGeom>
          <a:noFill/>
        </p:spPr>
        <p:txBody>
          <a:bodyPr wrap="square" lIns="54864" tIns="27432" rIns="54864" bIns="27432" anchor="ctr">
            <a:spAutoFit/>
          </a:bodyPr>
          <a:lstStyle/>
          <a:p>
            <a:pPr algn="l"/>
            <a:r>
              <a:rPr lang="hi-IN" sz="2400" b="1">
                <a:solidFill>
                  <a:srgbClr val="1E3A5F"/>
                </a:solidFill>
                <a:latin typeface="Inter"/>
                <a:ea typeface="Inter"/>
                <a:cs typeface="Noto Sans Devanagari"/>
              </a:rPr>
              <a:t>13.42 लाख केस</a:t>
            </a:r>
          </a:p>
        </p:txBody>
      </p:sp>
      <p:sp>
        <p:nvSpPr>
          <p:cNvPr id="19" name="TextBox 18"/>
          <p:cNvSpPr txBox="1"/>
          <p:nvPr/>
        </p:nvSpPr>
        <p:spPr>
          <a:xfrm>
            <a:off x="6291072" y="1938528"/>
            <a:ext cx="2514600" cy="457200"/>
          </a:xfrm>
          <a:prstGeom prst="rect">
            <a:avLst/>
          </a:prstGeom>
          <a:noFill/>
        </p:spPr>
        <p:txBody>
          <a:bodyPr wrap="square" lIns="54864" tIns="27432" rIns="54864" bIns="27432" anchor="t">
            <a:spAutoFit/>
          </a:bodyPr>
          <a:lstStyle/>
          <a:p>
            <a:pPr algn="l"/>
            <a:r>
              <a:rPr lang="hi-IN" sz="1200" b="1">
                <a:solidFill>
                  <a:srgbClr val="1E3A5F"/>
                </a:solidFill>
                <a:latin typeface="Inter"/>
                <a:ea typeface="Inter"/>
                <a:cs typeface="Noto Sans Devanagari"/>
              </a:rPr>
              <a:t>UPI फ्रॉड, FY 2023-24 (₹1087 करोड़)</a:t>
            </a:r>
          </a:p>
        </p:txBody>
      </p:sp>
      <p:sp>
        <p:nvSpPr>
          <p:cNvPr id="20" name="TextBox 19"/>
          <p:cNvSpPr txBox="1"/>
          <p:nvPr/>
        </p:nvSpPr>
        <p:spPr>
          <a:xfrm>
            <a:off x="6291072" y="2395728"/>
            <a:ext cx="2514600" cy="274320"/>
          </a:xfrm>
          <a:prstGeom prst="rect">
            <a:avLst/>
          </a:prstGeom>
          <a:noFill/>
        </p:spPr>
        <p:txBody>
          <a:bodyPr wrap="square" lIns="54864" tIns="27432" rIns="54864" bIns="27432" anchor="t">
            <a:spAutoFit/>
          </a:bodyPr>
          <a:lstStyle/>
          <a:p>
            <a:pPr algn="l"/>
            <a:r>
              <a:rPr lang="hi-IN" sz="1000" b="0">
                <a:solidFill>
                  <a:srgbClr val="3E4C5A"/>
                </a:solidFill>
                <a:latin typeface="Inter"/>
                <a:ea typeface="Inter"/>
                <a:cs typeface="Noto Sans Devanagari"/>
              </a:rPr>
              <a:t>स्रोत: वित्त मंत्रालय, लोकसभा</a:t>
            </a:r>
          </a:p>
        </p:txBody>
      </p:sp>
      <p:sp>
        <p:nvSpPr>
          <p:cNvPr id="21" name="Rounded Rectangle 20"/>
          <p:cNvSpPr/>
          <p:nvPr/>
        </p:nvSpPr>
        <p:spPr>
          <a:xfrm>
            <a:off x="8997696" y="1371600"/>
            <a:ext cx="2697480" cy="1371600"/>
          </a:xfrm>
          <a:prstGeom prst="roundRect">
            <a:avLst>
              <a:gd name="adj" fmla="val 9333"/>
            </a:avLst>
          </a:prstGeom>
          <a:solidFill>
            <a:srgbClr val="F1F5FA"/>
          </a:solidFill>
          <a:ln w="9525">
            <a:solidFill>
              <a:srgbClr val="D3DEE9"/>
            </a:solidFill>
          </a:ln>
          <a:effectLst/>
        </p:spPr>
        <p:txBody>
          <a:bodyPr rtlCol="0" anchor="ctr"/>
          <a:lstStyle/>
          <a:p>
            <a:pPr algn="ctr"/>
          </a:p>
        </p:txBody>
      </p:sp>
      <p:sp>
        <p:nvSpPr>
          <p:cNvPr id="22" name="TextBox 21"/>
          <p:cNvSpPr txBox="1"/>
          <p:nvPr/>
        </p:nvSpPr>
        <p:spPr>
          <a:xfrm>
            <a:off x="9107424" y="1426464"/>
            <a:ext cx="2514600" cy="502920"/>
          </a:xfrm>
          <a:prstGeom prst="rect">
            <a:avLst/>
          </a:prstGeom>
          <a:noFill/>
        </p:spPr>
        <p:txBody>
          <a:bodyPr wrap="square" lIns="54864" tIns="27432" rIns="54864" bIns="27432" anchor="ctr">
            <a:spAutoFit/>
          </a:bodyPr>
          <a:lstStyle/>
          <a:p>
            <a:pPr algn="l"/>
            <a:r>
              <a:rPr lang="hi-IN" sz="2400" b="1">
                <a:solidFill>
                  <a:srgbClr val="1E3A5F"/>
                </a:solidFill>
                <a:latin typeface="Inter"/>
                <a:ea typeface="Inter"/>
                <a:cs typeface="Noto Sans Devanagari"/>
              </a:rPr>
              <a:t>₹7,000 करोड़+</a:t>
            </a:r>
          </a:p>
        </p:txBody>
      </p:sp>
      <p:sp>
        <p:nvSpPr>
          <p:cNvPr id="23" name="TextBox 22"/>
          <p:cNvSpPr txBox="1"/>
          <p:nvPr/>
        </p:nvSpPr>
        <p:spPr>
          <a:xfrm>
            <a:off x="9107424" y="1938528"/>
            <a:ext cx="2514600" cy="457200"/>
          </a:xfrm>
          <a:prstGeom prst="rect">
            <a:avLst/>
          </a:prstGeom>
          <a:noFill/>
        </p:spPr>
        <p:txBody>
          <a:bodyPr wrap="square" lIns="54864" tIns="27432" rIns="54864" bIns="27432" anchor="t">
            <a:spAutoFit/>
          </a:bodyPr>
          <a:lstStyle/>
          <a:p>
            <a:pPr algn="l"/>
            <a:r>
              <a:rPr lang="hi-IN" sz="1200" b="1">
                <a:solidFill>
                  <a:srgbClr val="1E3A5F"/>
                </a:solidFill>
                <a:latin typeface="Inter"/>
                <a:ea typeface="Inter"/>
                <a:cs typeface="Noto Sans Devanagari"/>
              </a:rPr>
              <a:t>समय पर शिकायत से बचाया गया पैसा</a:t>
            </a:r>
          </a:p>
        </p:txBody>
      </p:sp>
      <p:sp>
        <p:nvSpPr>
          <p:cNvPr id="24" name="TextBox 23"/>
          <p:cNvSpPr txBox="1"/>
          <p:nvPr/>
        </p:nvSpPr>
        <p:spPr>
          <a:xfrm>
            <a:off x="9107424" y="2395728"/>
            <a:ext cx="2514600" cy="274320"/>
          </a:xfrm>
          <a:prstGeom prst="rect">
            <a:avLst/>
          </a:prstGeom>
          <a:noFill/>
        </p:spPr>
        <p:txBody>
          <a:bodyPr wrap="square" lIns="54864" tIns="27432" rIns="54864" bIns="27432" anchor="t">
            <a:spAutoFit/>
          </a:bodyPr>
          <a:lstStyle/>
          <a:p>
            <a:pPr algn="l"/>
            <a:r>
              <a:rPr lang="hi-IN" sz="1000" b="0">
                <a:solidFill>
                  <a:srgbClr val="3E4C5A"/>
                </a:solidFill>
                <a:latin typeface="Inter"/>
                <a:ea typeface="Inter"/>
                <a:cs typeface="Noto Sans Devanagari"/>
              </a:rPr>
              <a:t>स्रोत: I4C / 1930, दिसं 2025</a:t>
            </a:r>
          </a:p>
        </p:txBody>
      </p:sp>
      <p:sp>
        <p:nvSpPr>
          <p:cNvPr id="25" name="Rounded Rectangle 24"/>
          <p:cNvSpPr/>
          <p:nvPr/>
        </p:nvSpPr>
        <p:spPr>
          <a:xfrm>
            <a:off x="548640" y="2926080"/>
            <a:ext cx="6583680" cy="3429000"/>
          </a:xfrm>
          <a:prstGeom prst="roundRect">
            <a:avLst>
              <a:gd name="adj" fmla="val 3733"/>
            </a:avLst>
          </a:prstGeom>
          <a:solidFill>
            <a:srgbClr val="FFFFFF"/>
          </a:solidFill>
          <a:ln w="9525">
            <a:solidFill>
              <a:srgbClr val="D3DEE9"/>
            </a:solidFill>
          </a:ln>
          <a:effectLst/>
        </p:spPr>
        <p:txBody>
          <a:bodyPr rtlCol="0" anchor="ctr"/>
          <a:lstStyle/>
          <a:p>
            <a:pPr algn="ctr"/>
          </a:p>
        </p:txBody>
      </p:sp>
      <p:sp>
        <p:nvSpPr>
          <p:cNvPr id="26" name="TextBox 25"/>
          <p:cNvSpPr txBox="1"/>
          <p:nvPr/>
        </p:nvSpPr>
        <p:spPr>
          <a:xfrm>
            <a:off x="731520" y="2990088"/>
            <a:ext cx="6217920" cy="320040"/>
          </a:xfrm>
          <a:prstGeom prst="rect">
            <a:avLst/>
          </a:prstGeom>
          <a:noFill/>
        </p:spPr>
        <p:txBody>
          <a:bodyPr wrap="square" lIns="54864" tIns="27432" rIns="54864" bIns="27432" anchor="t">
            <a:spAutoFit/>
          </a:bodyPr>
          <a:lstStyle/>
          <a:p>
            <a:pPr algn="l"/>
            <a:r>
              <a:rPr lang="hi-IN" sz="1200" b="1">
                <a:solidFill>
                  <a:srgbClr val="3E4C5A"/>
                </a:solidFill>
                <a:latin typeface="Inter"/>
                <a:ea typeface="Inter"/>
                <a:cs typeface="Noto Sans Devanagari"/>
              </a:rPr>
              <a:t>UPI फ्रॉड नुकसान (₹ करोड़)  •  स्रोत: वित्त मंत्रालय, लोकसभा</a:t>
            </a:r>
          </a:p>
        </p:txBody>
      </p:sp>
      <p:pic>
        <p:nvPicPr>
          <p:cNvPr id="27" name="Chart" descr="s02_53417435.png"/>
          <p:cNvPicPr>
            <a:picLocks noChangeAspect="1"/>
          </p:cNvPicPr>
          <p:nvPr/>
        </p:nvPicPr>
        <p:blipFill>
          <a:blip r:embed="rId3"/>
          <a:stretch>
            <a:fillRect/>
          </a:stretch>
        </p:blipFill>
        <p:spPr>
          <a:xfrm>
            <a:off x="1659762" y="3337560"/>
            <a:ext cx="4361435" cy="2926080"/>
          </a:xfrm>
          <a:prstGeom prst="rect">
            <a:avLst/>
          </a:prstGeom>
        </p:spPr>
      </p:pic>
      <p:sp>
        <p:nvSpPr>
          <p:cNvPr id="28" name="Rounded Rectangle 27"/>
          <p:cNvSpPr/>
          <p:nvPr/>
        </p:nvSpPr>
        <p:spPr>
          <a:xfrm>
            <a:off x="7360920" y="2926080"/>
            <a:ext cx="4297680" cy="1069848"/>
          </a:xfrm>
          <a:prstGeom prst="roundRect">
            <a:avLst>
              <a:gd name="adj" fmla="val 11965"/>
            </a:avLst>
          </a:prstGeom>
          <a:solidFill>
            <a:srgbClr val="F1F5FA"/>
          </a:solidFill>
          <a:ln w="9525">
            <a:solidFill>
              <a:srgbClr val="D3DEE9"/>
            </a:solidFill>
          </a:ln>
          <a:effectLst/>
        </p:spPr>
        <p:txBody>
          <a:bodyPr rtlCol="0" anchor="ctr"/>
          <a:lstStyle/>
          <a:p>
            <a:pPr algn="ctr"/>
          </a:p>
        </p:txBody>
      </p:sp>
      <p:sp>
        <p:nvSpPr>
          <p:cNvPr id="29" name="Rounded Rectangle 28"/>
          <p:cNvSpPr/>
          <p:nvPr/>
        </p:nvSpPr>
        <p:spPr>
          <a:xfrm>
            <a:off x="7360920" y="3035808"/>
            <a:ext cx="64008" cy="850392"/>
          </a:xfrm>
          <a:prstGeom prst="roundRect">
            <a:avLst>
              <a:gd name="adj" fmla="val 42857"/>
            </a:avLst>
          </a:prstGeom>
          <a:solidFill>
            <a:srgbClr val="1E3A5F"/>
          </a:solidFill>
          <a:ln>
            <a:noFill/>
          </a:ln>
          <a:effectLst/>
        </p:spPr>
        <p:txBody>
          <a:bodyPr rtlCol="0" anchor="ctr"/>
          <a:lstStyle/>
          <a:p>
            <a:pPr algn="ctr"/>
          </a:p>
        </p:txBody>
      </p:sp>
      <p:sp>
        <p:nvSpPr>
          <p:cNvPr id="30" name="TextBox 29"/>
          <p:cNvSpPr txBox="1"/>
          <p:nvPr/>
        </p:nvSpPr>
        <p:spPr>
          <a:xfrm>
            <a:off x="7543800" y="2990088"/>
            <a:ext cx="4023360" cy="365760"/>
          </a:xfrm>
          <a:prstGeom prst="rect">
            <a:avLst/>
          </a:prstGeom>
          <a:noFill/>
        </p:spPr>
        <p:txBody>
          <a:bodyPr wrap="square" lIns="54864" tIns="27432" rIns="54864" bIns="27432" anchor="t">
            <a:spAutoFit/>
          </a:bodyPr>
          <a:lstStyle/>
          <a:p>
            <a:pPr algn="l"/>
            <a:r>
              <a:rPr lang="hi-IN" sz="1500" b="1">
                <a:solidFill>
                  <a:srgbClr val="1E3A5F"/>
                </a:solidFill>
                <a:latin typeface="Inter"/>
                <a:ea typeface="Inter"/>
                <a:cs typeface="Noto Sans Devanagari"/>
              </a:rPr>
              <a:t>वर्दी का भरोसा</a:t>
            </a:r>
          </a:p>
        </p:txBody>
      </p:sp>
      <p:sp>
        <p:nvSpPr>
          <p:cNvPr id="31" name="TextBox 30"/>
          <p:cNvSpPr txBox="1"/>
          <p:nvPr/>
        </p:nvSpPr>
        <p:spPr>
          <a:xfrm>
            <a:off x="7543800" y="3383280"/>
            <a:ext cx="4023360" cy="566928"/>
          </a:xfrm>
          <a:prstGeom prst="rect">
            <a:avLst/>
          </a:prstGeom>
          <a:noFill/>
        </p:spPr>
        <p:txBody>
          <a:bodyPr wrap="square" lIns="54864" tIns="27432" rIns="54864" bIns="27432" anchor="t">
            <a:spAutoFit/>
          </a:bodyPr>
          <a:lstStyle/>
          <a:p>
            <a:pPr algn="l"/>
            <a:r>
              <a:rPr lang="hi-IN" sz="1250" b="1">
                <a:solidFill>
                  <a:srgbClr val="1E3A5F"/>
                </a:solidFill>
                <a:latin typeface="Inter"/>
                <a:ea typeface="Inter"/>
                <a:cs typeface="Noto Sans Devanagari"/>
              </a:rPr>
              <a:t>ठग वर्दी और अनुशासित पहचान का इस्तेमाल कर भरोसा जीतते हैं।</a:t>
            </a:r>
          </a:p>
        </p:txBody>
      </p:sp>
      <p:sp>
        <p:nvSpPr>
          <p:cNvPr id="32" name="Rounded Rectangle 31"/>
          <p:cNvSpPr/>
          <p:nvPr/>
        </p:nvSpPr>
        <p:spPr>
          <a:xfrm>
            <a:off x="7360920" y="4087368"/>
            <a:ext cx="4297680" cy="1069848"/>
          </a:xfrm>
          <a:prstGeom prst="roundRect">
            <a:avLst>
              <a:gd name="adj" fmla="val 11965"/>
            </a:avLst>
          </a:prstGeom>
          <a:solidFill>
            <a:srgbClr val="F1F5FA"/>
          </a:solidFill>
          <a:ln w="9525">
            <a:solidFill>
              <a:srgbClr val="D3DEE9"/>
            </a:solidFill>
          </a:ln>
          <a:effectLst/>
        </p:spPr>
        <p:txBody>
          <a:bodyPr rtlCol="0" anchor="ctr"/>
          <a:lstStyle/>
          <a:p>
            <a:pPr algn="ctr"/>
          </a:p>
        </p:txBody>
      </p:sp>
      <p:sp>
        <p:nvSpPr>
          <p:cNvPr id="33" name="Rounded Rectangle 32"/>
          <p:cNvSpPr/>
          <p:nvPr/>
        </p:nvSpPr>
        <p:spPr>
          <a:xfrm>
            <a:off x="7360920" y="4197096"/>
            <a:ext cx="64008" cy="850392"/>
          </a:xfrm>
          <a:prstGeom prst="roundRect">
            <a:avLst>
              <a:gd name="adj" fmla="val 42857"/>
            </a:avLst>
          </a:prstGeom>
          <a:solidFill>
            <a:srgbClr val="1E3A5F"/>
          </a:solidFill>
          <a:ln>
            <a:noFill/>
          </a:ln>
          <a:effectLst/>
        </p:spPr>
        <p:txBody>
          <a:bodyPr rtlCol="0" anchor="ctr"/>
          <a:lstStyle/>
          <a:p>
            <a:pPr algn="ctr"/>
          </a:p>
        </p:txBody>
      </p:sp>
      <p:sp>
        <p:nvSpPr>
          <p:cNvPr id="34" name="TextBox 33"/>
          <p:cNvSpPr txBox="1"/>
          <p:nvPr/>
        </p:nvSpPr>
        <p:spPr>
          <a:xfrm>
            <a:off x="7543800" y="4151376"/>
            <a:ext cx="4023360" cy="365760"/>
          </a:xfrm>
          <a:prstGeom prst="rect">
            <a:avLst/>
          </a:prstGeom>
          <a:noFill/>
        </p:spPr>
        <p:txBody>
          <a:bodyPr wrap="square" lIns="54864" tIns="27432" rIns="54864" bIns="27432" anchor="t">
            <a:spAutoFit/>
          </a:bodyPr>
          <a:lstStyle/>
          <a:p>
            <a:pPr algn="l"/>
            <a:r>
              <a:rPr lang="hi-IN" sz="1500" b="1">
                <a:solidFill>
                  <a:srgbClr val="1E3A5F"/>
                </a:solidFill>
                <a:latin typeface="Inter"/>
                <a:ea typeface="Inter"/>
                <a:cs typeface="Noto Sans Devanagari"/>
              </a:rPr>
              <a:t>शुरुआत SMS / WhatsApp लिंक से</a:t>
            </a:r>
          </a:p>
        </p:txBody>
      </p:sp>
      <p:sp>
        <p:nvSpPr>
          <p:cNvPr id="35" name="TextBox 34"/>
          <p:cNvSpPr txBox="1"/>
          <p:nvPr/>
        </p:nvSpPr>
        <p:spPr>
          <a:xfrm>
            <a:off x="7543800" y="4544568"/>
            <a:ext cx="4023360" cy="566928"/>
          </a:xfrm>
          <a:prstGeom prst="rect">
            <a:avLst/>
          </a:prstGeom>
          <a:noFill/>
        </p:spPr>
        <p:txBody>
          <a:bodyPr wrap="square" lIns="54864" tIns="27432" rIns="54864" bIns="27432" anchor="t">
            <a:spAutoFit/>
          </a:bodyPr>
          <a:lstStyle/>
          <a:p>
            <a:pPr algn="l"/>
            <a:r>
              <a:rPr lang="hi-IN" sz="1250" b="1">
                <a:solidFill>
                  <a:srgbClr val="1E3A5F"/>
                </a:solidFill>
                <a:latin typeface="Inter"/>
                <a:ea typeface="Inter"/>
                <a:cs typeface="Noto Sans Devanagari"/>
              </a:rPr>
              <a:t>KYC बंद, बिजली बिल, नौकरी ऑफर: एक क्लिक और जाल शुरू।</a:t>
            </a:r>
          </a:p>
        </p:txBody>
      </p:sp>
      <p:sp>
        <p:nvSpPr>
          <p:cNvPr id="36" name="Rounded Rectangle 35"/>
          <p:cNvSpPr/>
          <p:nvPr/>
        </p:nvSpPr>
        <p:spPr>
          <a:xfrm>
            <a:off x="7360920" y="5248656"/>
            <a:ext cx="4297680" cy="1069848"/>
          </a:xfrm>
          <a:prstGeom prst="roundRect">
            <a:avLst>
              <a:gd name="adj" fmla="val 11965"/>
            </a:avLst>
          </a:prstGeom>
          <a:solidFill>
            <a:srgbClr val="F1F5FA"/>
          </a:solidFill>
          <a:ln w="9525">
            <a:solidFill>
              <a:srgbClr val="D3DEE9"/>
            </a:solidFill>
          </a:ln>
          <a:effectLst/>
        </p:spPr>
        <p:txBody>
          <a:bodyPr rtlCol="0" anchor="ctr"/>
          <a:lstStyle/>
          <a:p>
            <a:pPr algn="ctr"/>
          </a:p>
        </p:txBody>
      </p:sp>
      <p:sp>
        <p:nvSpPr>
          <p:cNvPr id="37" name="Rounded Rectangle 36"/>
          <p:cNvSpPr/>
          <p:nvPr/>
        </p:nvSpPr>
        <p:spPr>
          <a:xfrm>
            <a:off x="7360920" y="5358384"/>
            <a:ext cx="64008" cy="850392"/>
          </a:xfrm>
          <a:prstGeom prst="roundRect">
            <a:avLst>
              <a:gd name="adj" fmla="val 42857"/>
            </a:avLst>
          </a:prstGeom>
          <a:solidFill>
            <a:srgbClr val="1E3A5F"/>
          </a:solidFill>
          <a:ln>
            <a:noFill/>
          </a:ln>
          <a:effectLst/>
        </p:spPr>
        <p:txBody>
          <a:bodyPr rtlCol="0" anchor="ctr"/>
          <a:lstStyle/>
          <a:p>
            <a:pPr algn="ctr"/>
          </a:p>
        </p:txBody>
      </p:sp>
      <p:sp>
        <p:nvSpPr>
          <p:cNvPr id="38" name="TextBox 37"/>
          <p:cNvSpPr txBox="1"/>
          <p:nvPr/>
        </p:nvSpPr>
        <p:spPr>
          <a:xfrm>
            <a:off x="7543800" y="5312664"/>
            <a:ext cx="4023360" cy="365760"/>
          </a:xfrm>
          <a:prstGeom prst="rect">
            <a:avLst/>
          </a:prstGeom>
          <a:noFill/>
        </p:spPr>
        <p:txBody>
          <a:bodyPr wrap="square" lIns="54864" tIns="27432" rIns="54864" bIns="27432" anchor="t">
            <a:spAutoFit/>
          </a:bodyPr>
          <a:lstStyle/>
          <a:p>
            <a:pPr algn="l"/>
            <a:r>
              <a:rPr lang="hi-IN" sz="1500" b="1">
                <a:solidFill>
                  <a:srgbClr val="1E3A5F"/>
                </a:solidFill>
                <a:latin typeface="Inter"/>
                <a:ea typeface="Inter"/>
                <a:cs typeface="Noto Sans Devanagari"/>
              </a:rPr>
              <a:t>सबसे बड़ी गलती: चुप रहना</a:t>
            </a:r>
          </a:p>
        </p:txBody>
      </p:sp>
      <p:sp>
        <p:nvSpPr>
          <p:cNvPr id="39" name="TextBox 38"/>
          <p:cNvSpPr txBox="1"/>
          <p:nvPr/>
        </p:nvSpPr>
        <p:spPr>
          <a:xfrm>
            <a:off x="7543800" y="5705856"/>
            <a:ext cx="4023360" cy="566928"/>
          </a:xfrm>
          <a:prstGeom prst="rect">
            <a:avLst/>
          </a:prstGeom>
          <a:noFill/>
        </p:spPr>
        <p:txBody>
          <a:bodyPr wrap="square" lIns="54864" tIns="27432" rIns="54864" bIns="27432" anchor="t">
            <a:spAutoFit/>
          </a:bodyPr>
          <a:lstStyle/>
          <a:p>
            <a:pPr algn="l"/>
            <a:r>
              <a:rPr lang="hi-IN" sz="1250" b="1">
                <a:solidFill>
                  <a:srgbClr val="1E3A5F"/>
                </a:solidFill>
                <a:latin typeface="Inter"/>
                <a:ea typeface="Inter"/>
                <a:cs typeface="Noto Sans Devanagari"/>
              </a:rPr>
              <a:t>बहुत से पीड़ित शर्म या डर से शिकायत नहीं करते।</a:t>
            </a:r>
          </a:p>
        </p:txBody>
      </p:sp>
      <p:pic>
        <p:nvPicPr>
          <p:cNvPr id="40" name="Eagle Logo" descr="eagle"/>
          <p:cNvPicPr>
            <a:picLocks noChangeAspect="1"/>
          </p:cNvPicPr>
          <p:nvPr/>
        </p:nvPicPr>
        <p:blipFill>
          <a:blip r:embed="rId100"/>
          <a:stretch>
            <a:fillRect/>
          </a:stretch>
        </p:blipFill>
        <p:spPr>
          <a:xfrm>
            <a:off x="11625072" y="240000"/>
            <a:ext cx="475488" cy="4754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500"/>
                                        <p:tgtEl>
                                          <p:spTgt spid="3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500"/>
                                        <p:tgtEl>
                                          <p:spTgt spid="3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fade">
                                      <p:cBhvr>
                                        <p:cTn id="85" dur="500"/>
                                        <p:tgtEl>
                                          <p:spTgt spid="3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500"/>
                                        <p:tgtEl>
                                          <p:spTgt spid="39"/>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500"/>
                                        <p:tgtEl>
                                          <p:spTgt spid="2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00"/>
                                        <p:tgtEl>
                                          <p:spTgt spid="29"/>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0"/>
                                        </p:tgtEl>
                                        <p:attrNameLst>
                                          <p:attrName>style.visibility</p:attrName>
                                        </p:attrNameLst>
                                      </p:cBhvr>
                                      <p:to>
                                        <p:strVal val="visible"/>
                                      </p:to>
                                    </p:set>
                                    <p:animEffect transition="in" filter="fade">
                                      <p:cBhvr>
                                        <p:cTn id="113" dur="500"/>
                                        <p:tgtEl>
                                          <p:spTgt spid="3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1"/>
                                        </p:tgtEl>
                                        <p:attrNameLst>
                                          <p:attrName>style.visibility</p:attrName>
                                        </p:attrNameLst>
                                      </p:cBhvr>
                                      <p:to>
                                        <p:strVal val="visible"/>
                                      </p:to>
                                    </p:set>
                                    <p:animEffect transition="in" filter="fade">
                                      <p:cBhvr>
                                        <p:cTn id="1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p:bldP spid="11" grpId="0"/>
      <p:bldP spid="12" grpId="0"/>
      <p:bldP spid="17" grpId="0" animBg="1"/>
      <p:bldP spid="18" grpId="0"/>
      <p:bldP spid="19" grpId="0"/>
      <p:bldP spid="20" grpId="0"/>
      <p:bldP spid="25" grpId="0" animBg="1"/>
      <p:bldP spid="26" grpId="0"/>
      <p:bldP spid="13" grpId="0" animBg="1"/>
      <p:bldP spid="14" grpId="0"/>
      <p:bldP spid="15" grpId="0"/>
      <p:bldP spid="16" grpId="0"/>
      <p:bldP spid="21" grpId="0" animBg="1"/>
      <p:bldP spid="22" grpId="0"/>
      <p:bldP spid="23" grpId="0"/>
      <p:bldP spid="24" grpId="0"/>
      <p:bldP spid="36" grpId="0" animBg="1"/>
      <p:bldP spid="37" grpId="0" animBg="1"/>
      <p:bldP spid="38" grpId="0"/>
      <p:bldP spid="39" grpId="0"/>
      <p:bldP spid="32" grpId="0" animBg="1"/>
      <p:bldP spid="33" grpId="0" animBg="1"/>
      <p:bldP spid="34" grpId="0"/>
      <p:bldP spid="35" grpId="0"/>
      <p:bldP spid="28" grpId="0" animBg="1"/>
      <p:bldP spid="29" grpId="0" animBg="1"/>
      <p:bldP spid="30" grpId="0"/>
      <p:bldP spid="31"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ipL"/>
          <p:cNvSpPr/>
          <p:nvPr/>
        </p:nvSpPr>
        <p:spPr>
          <a:xfrm>
            <a:off x="0" y="0"/>
            <a:ext cx="4063898" cy="64008"/>
          </a:xfrm>
          <a:prstGeom prst="rect">
            <a:avLst/>
          </a:prstGeom>
          <a:solidFill>
            <a:srgbClr val="1E3A5F"/>
          </a:solidFill>
          <a:ln>
            <a:noFill/>
          </a:ln>
          <a:effectLst/>
        </p:spPr>
        <p:txBody>
          <a:bodyPr rtlCol="0" anchor="ctr"/>
          <a:lstStyle/>
          <a:p>
            <a:pPr algn="ctr"/>
          </a:p>
        </p:txBody>
      </p:sp>
      <p:sp>
        <p:nvSpPr>
          <p:cNvPr id="3" name="StripM"/>
          <p:cNvSpPr/>
          <p:nvPr/>
        </p:nvSpPr>
        <p:spPr>
          <a:xfrm>
            <a:off x="4063898" y="0"/>
            <a:ext cx="4063898" cy="64008"/>
          </a:xfrm>
          <a:prstGeom prst="rect">
            <a:avLst/>
          </a:prstGeom>
          <a:solidFill>
            <a:srgbClr val="1E3A5F"/>
          </a:solidFill>
          <a:ln>
            <a:noFill/>
          </a:ln>
          <a:effectLst/>
        </p:spPr>
        <p:txBody>
          <a:bodyPr rtlCol="0" anchor="ctr"/>
          <a:lstStyle/>
          <a:p>
            <a:pPr algn="ctr"/>
          </a:p>
        </p:txBody>
      </p:sp>
      <p:sp>
        <p:nvSpPr>
          <p:cNvPr id="4" name="StripR"/>
          <p:cNvSpPr/>
          <p:nvPr/>
        </p:nvSpPr>
        <p:spPr>
          <a:xfrm>
            <a:off x="8127796" y="0"/>
            <a:ext cx="4063898" cy="64008"/>
          </a:xfrm>
          <a:prstGeom prst="rect">
            <a:avLst/>
          </a:prstGeom>
          <a:solidFill>
            <a:srgbClr val="C0912B"/>
          </a:solidFill>
          <a:ln>
            <a:noFill/>
          </a:ln>
          <a:effectLst/>
        </p:spPr>
        <p:txBody>
          <a:bodyPr rtlCol="0" anchor="ctr"/>
          <a:lstStyle/>
          <a:p>
            <a:pPr algn="ctr"/>
          </a:p>
        </p:txBody>
      </p:sp>
      <p:pic>
        <p:nvPicPr>
          <p:cNvPr id="5" name="BSF Logo" descr="image.png"/>
          <p:cNvPicPr>
            <a:picLocks noChangeAspect="1"/>
          </p:cNvPicPr>
          <p:nvPr/>
        </p:nvPicPr>
        <p:blipFill>
          <a:blip r:embed="rId2"/>
          <a:stretch>
            <a:fillRect/>
          </a:stretch>
        </p:blipFill>
        <p:spPr>
          <a:xfrm>
            <a:off x="91440" y="240000"/>
            <a:ext cx="475488" cy="475488"/>
          </a:xfrm>
          <a:prstGeom prst="rect">
            <a:avLst/>
          </a:prstGeom>
        </p:spPr>
      </p:pic>
      <p:sp>
        <p:nvSpPr>
          <p:cNvPr id="6" name="Title"/>
          <p:cNvSpPr txBox="1"/>
          <p:nvPr/>
        </p:nvSpPr>
        <p:spPr>
          <a:xfrm>
            <a:off x="713232" y="182880"/>
            <a:ext cx="10424160" cy="640080"/>
          </a:xfrm>
          <a:prstGeom prst="rect">
            <a:avLst/>
          </a:prstGeom>
          <a:noFill/>
        </p:spPr>
        <p:txBody>
          <a:bodyPr wrap="square" lIns="54864" tIns="27432" rIns="54864" bIns="27432" anchor="ctr">
            <a:spAutoFit/>
          </a:bodyPr>
          <a:lstStyle/>
          <a:p>
            <a:pPr algn="l"/>
            <a:r>
              <a:rPr lang="hi-IN" sz="3000" b="1">
                <a:solidFill>
                  <a:srgbClr val="1E3A5F"/>
                </a:solidFill>
                <a:latin typeface="Inter"/>
                <a:ea typeface="Inter"/>
                <a:cs typeface="Noto Sans Devanagari"/>
              </a:rPr>
              <a:t>कोर्स का </a:t>
            </a:r>
            <a:r>
              <a:rPr lang="hi-IN" sz="3000" b="1">
                <a:solidFill>
                  <a:srgbClr val="1E3A5F"/>
                </a:solidFill>
                <a:latin typeface="Inter"/>
                <a:ea typeface="Inter"/>
                <a:cs typeface="Noto Sans Devanagari"/>
              </a:rPr>
              <a:t>नक्शा</a:t>
            </a:r>
            <a:r>
              <a:rPr lang="hi-IN" sz="3000" b="1">
                <a:solidFill>
                  <a:srgbClr val="1E3A5F"/>
                </a:solidFill>
                <a:latin typeface="Inter"/>
                <a:ea typeface="Inter"/>
                <a:cs typeface="Noto Sans Devanagari"/>
              </a:rPr>
              <a:t> — क्या सीखेंगे?</a:t>
            </a:r>
          </a:p>
        </p:txBody>
      </p:sp>
      <p:sp>
        <p:nvSpPr>
          <p:cNvPr id="7" name="Subtitle"/>
          <p:cNvSpPr txBox="1"/>
          <p:nvPr/>
        </p:nvSpPr>
        <p:spPr>
          <a:xfrm>
            <a:off x="713232" y="822960"/>
            <a:ext cx="10881360" cy="411480"/>
          </a:xfrm>
          <a:prstGeom prst="rect">
            <a:avLst/>
          </a:prstGeom>
          <a:noFill/>
        </p:spPr>
        <p:txBody>
          <a:bodyPr wrap="square" lIns="54864" tIns="27432" rIns="54864" bIns="27432" anchor="t">
            <a:spAutoFit/>
          </a:bodyPr>
          <a:lstStyle/>
          <a:p>
            <a:pPr algn="l"/>
            <a:r>
              <a:rPr lang="hi-IN" sz="1400" b="0">
                <a:solidFill>
                  <a:srgbClr val="3E4C5A"/>
                </a:solidFill>
                <a:latin typeface="Inter"/>
                <a:ea typeface="Inter"/>
                <a:cs typeface="Noto Sans Devanagari"/>
              </a:rPr>
              <a:t>M0 परिचय + M1–M8 + बोनस + 35 सवाल मॉड्यूल-वार टेस्ट + 10 सवाल फाइनल।</a:t>
            </a:r>
          </a:p>
        </p:txBody>
      </p:sp>
      <p:sp>
        <p:nvSpPr>
          <p:cNvPr id="8" name="SlideNo"/>
          <p:cNvSpPr txBox="1"/>
          <p:nvPr/>
        </p:nvSpPr>
        <p:spPr>
          <a:xfrm>
            <a:off x="10625328" y="6510528"/>
            <a:ext cx="1417320" cy="274320"/>
          </a:xfrm>
          <a:prstGeom prst="rect">
            <a:avLst/>
          </a:prstGeom>
          <a:noFill/>
        </p:spPr>
        <p:txBody>
          <a:bodyPr wrap="square" lIns="0" tIns="0" rIns="0" bIns="0" anchor="t">
            <a:spAutoFit/>
          </a:bodyPr>
          <a:lstStyle/>
          <a:p>
            <a:pPr algn="r"/>
            <a:r>
              <a:rPr lang="hi-IN" sz="1000" b="1">
                <a:solidFill>
                  <a:srgbClr val="3E4C5A"/>
                </a:solidFill>
                <a:latin typeface="Inter"/>
                <a:ea typeface="Inter"/>
                <a:cs typeface="Noto Sans Devanagari"/>
              </a:rPr>
              <a:t>03 / 9</a:t>
            </a:r>
          </a:p>
        </p:txBody>
      </p:sp>
      <p:sp>
        <p:nvSpPr>
          <p:cNvPr id="9" name="Rounded Rectangle 8"/>
          <p:cNvSpPr/>
          <p:nvPr/>
        </p:nvSpPr>
        <p:spPr>
          <a:xfrm>
            <a:off x="548640" y="1371600"/>
            <a:ext cx="6720840" cy="4983480"/>
          </a:xfrm>
          <a:prstGeom prst="roundRect">
            <a:avLst>
              <a:gd name="adj" fmla="val 2568"/>
            </a:avLst>
          </a:prstGeom>
          <a:solidFill>
            <a:srgbClr val="FFFFFF"/>
          </a:solidFill>
          <a:ln w="9525">
            <a:solidFill>
              <a:srgbClr val="D3DEE9"/>
            </a:solidFill>
          </a:ln>
          <a:effectLst/>
        </p:spPr>
        <p:txBody>
          <a:bodyPr rtlCol="0" anchor="ctr"/>
          <a:lstStyle/>
          <a:p>
            <a:pPr algn="ctr"/>
          </a:p>
        </p:txBody>
      </p:sp>
      <p:pic>
        <p:nvPicPr>
          <p:cNvPr id="10" name="Roadmap" descr="s06_c8e02e28.png"/>
          <p:cNvPicPr>
            <a:picLocks noChangeAspect="1"/>
          </p:cNvPicPr>
          <p:nvPr/>
        </p:nvPicPr>
        <p:blipFill>
          <a:blip r:embed="rId3"/>
          <a:stretch>
            <a:fillRect/>
          </a:stretch>
        </p:blipFill>
        <p:spPr>
          <a:xfrm>
            <a:off x="685800" y="1491283"/>
            <a:ext cx="6446520" cy="4734968"/>
          </a:xfrm>
          <a:prstGeom prst="rect">
            <a:avLst/>
          </a:prstGeom>
        </p:spPr>
      </p:pic>
      <p:sp>
        <p:nvSpPr>
          <p:cNvPr id="11" name="TextBox 10"/>
          <p:cNvSpPr txBox="1"/>
          <p:nvPr/>
        </p:nvSpPr>
        <p:spPr>
          <a:xfrm>
            <a:off x="7543800" y="1325880"/>
            <a:ext cx="4114800" cy="365760"/>
          </a:xfrm>
          <a:prstGeom prst="rect">
            <a:avLst/>
          </a:prstGeom>
          <a:noFill/>
        </p:spPr>
        <p:txBody>
          <a:bodyPr wrap="square" lIns="54864" tIns="27432" rIns="54864" bIns="27432" anchor="t">
            <a:spAutoFit/>
          </a:bodyPr>
          <a:lstStyle/>
          <a:p>
            <a:pPr algn="l"/>
            <a:r>
              <a:rPr lang="hi-IN" sz="1600" b="1">
                <a:solidFill>
                  <a:srgbClr val="1E3A5F"/>
                </a:solidFill>
                <a:latin typeface="Inter"/>
                <a:ea typeface="Inter"/>
                <a:cs typeface="Noto Sans Devanagari"/>
              </a:rPr>
              <a:t>कोर्स के बाद आप ये कर पाएँगे</a:t>
            </a:r>
          </a:p>
        </p:txBody>
      </p:sp>
      <p:sp>
        <p:nvSpPr>
          <p:cNvPr id="12" name="Rounded Rectangle 11"/>
          <p:cNvSpPr/>
          <p:nvPr/>
        </p:nvSpPr>
        <p:spPr>
          <a:xfrm>
            <a:off x="7543800" y="1783080"/>
            <a:ext cx="4114800" cy="804672"/>
          </a:xfrm>
          <a:prstGeom prst="roundRect">
            <a:avLst>
              <a:gd name="adj" fmla="val 15909"/>
            </a:avLst>
          </a:prstGeom>
          <a:solidFill>
            <a:srgbClr val="F1F5FA"/>
          </a:solidFill>
          <a:ln w="9525">
            <a:solidFill>
              <a:srgbClr val="D3DEE9"/>
            </a:solidFill>
          </a:ln>
          <a:effectLst/>
        </p:spPr>
        <p:txBody>
          <a:bodyPr rtlCol="0" anchor="ctr"/>
          <a:lstStyle/>
          <a:p>
            <a:pPr algn="ctr"/>
          </a:p>
        </p:txBody>
      </p:sp>
      <p:sp>
        <p:nvSpPr>
          <p:cNvPr id="13" name="Oval 12"/>
          <p:cNvSpPr/>
          <p:nvPr/>
        </p:nvSpPr>
        <p:spPr>
          <a:xfrm>
            <a:off x="7653527" y="1965960"/>
            <a:ext cx="438912" cy="438912"/>
          </a:xfrm>
          <a:prstGeom prst="ellipse">
            <a:avLst/>
          </a:prstGeom>
          <a:solidFill>
            <a:srgbClr val="1E3A5F"/>
          </a:solidFill>
          <a:ln>
            <a:noFill/>
          </a:ln>
          <a:effectLst/>
        </p:spPr>
        <p:txBody>
          <a:bodyPr rtlCol="0" anchor="ctr"/>
          <a:lstStyle/>
          <a:p>
            <a:pPr algn="ctr"/>
          </a:p>
        </p:txBody>
      </p:sp>
      <p:sp>
        <p:nvSpPr>
          <p:cNvPr id="14" name="TextBox 13"/>
          <p:cNvSpPr txBox="1"/>
          <p:nvPr/>
        </p:nvSpPr>
        <p:spPr>
          <a:xfrm>
            <a:off x="7653527" y="1965960"/>
            <a:ext cx="438912" cy="438912"/>
          </a:xfrm>
          <a:prstGeom prst="rect">
            <a:avLst/>
          </a:prstGeom>
          <a:noFill/>
        </p:spPr>
        <p:txBody>
          <a:bodyPr wrap="square" lIns="0" tIns="0" rIns="0" bIns="0" anchor="ctr">
            <a:spAutoFit/>
          </a:bodyPr>
          <a:lstStyle/>
          <a:p>
            <a:pPr algn="ctr"/>
            <a:r>
              <a:rPr lang="hi-IN" sz="1500" b="1">
                <a:solidFill>
                  <a:srgbClr val="FFFFFF"/>
                </a:solidFill>
                <a:latin typeface="Inter"/>
                <a:ea typeface="Inter"/>
                <a:cs typeface="Noto Sans Devanagari"/>
              </a:rPr>
              <a:t>1</a:t>
            </a:r>
          </a:p>
        </p:txBody>
      </p:sp>
      <p:sp>
        <p:nvSpPr>
          <p:cNvPr id="15" name="TextBox 14"/>
          <p:cNvSpPr txBox="1"/>
          <p:nvPr/>
        </p:nvSpPr>
        <p:spPr>
          <a:xfrm>
            <a:off x="8183879" y="1837943"/>
            <a:ext cx="3429000" cy="365760"/>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फ्रॉड का पैटर्न पहचानना</a:t>
            </a:r>
          </a:p>
        </p:txBody>
      </p:sp>
      <p:sp>
        <p:nvSpPr>
          <p:cNvPr id="16" name="TextBox 15"/>
          <p:cNvSpPr txBox="1"/>
          <p:nvPr/>
        </p:nvSpPr>
        <p:spPr>
          <a:xfrm>
            <a:off x="8183879" y="2194560"/>
            <a:ext cx="3429000" cy="347472"/>
          </a:xfrm>
          <a:prstGeom prst="rect">
            <a:avLst/>
          </a:prstGeom>
          <a:noFill/>
        </p:spPr>
        <p:txBody>
          <a:bodyPr wrap="square" lIns="54864" tIns="27432" rIns="54864" bIns="27432" anchor="t">
            <a:spAutoFit/>
          </a:bodyPr>
          <a:lstStyle/>
          <a:p>
            <a:pPr algn="l"/>
            <a:r>
              <a:rPr lang="hi-IN" sz="1100" b="1">
                <a:solidFill>
                  <a:srgbClr val="3E4C5A"/>
                </a:solidFill>
                <a:latin typeface="Inter"/>
                <a:ea typeface="Inter"/>
                <a:cs typeface="Noto Sans Devanagari"/>
              </a:rPr>
              <a:t>संपर्क, डर/लालच, जल्दबाज़ी, जानकारी, नुकसान</a:t>
            </a:r>
          </a:p>
        </p:txBody>
      </p:sp>
      <p:sp>
        <p:nvSpPr>
          <p:cNvPr id="17" name="Rounded Rectangle 16"/>
          <p:cNvSpPr/>
          <p:nvPr/>
        </p:nvSpPr>
        <p:spPr>
          <a:xfrm>
            <a:off x="7543800" y="2679191"/>
            <a:ext cx="4114800" cy="804672"/>
          </a:xfrm>
          <a:prstGeom prst="roundRect">
            <a:avLst>
              <a:gd name="adj" fmla="val 15909"/>
            </a:avLst>
          </a:prstGeom>
          <a:solidFill>
            <a:srgbClr val="F1F5FA"/>
          </a:solidFill>
          <a:ln w="9525">
            <a:solidFill>
              <a:srgbClr val="D3DEE9"/>
            </a:solidFill>
          </a:ln>
          <a:effectLst/>
        </p:spPr>
        <p:txBody>
          <a:bodyPr rtlCol="0" anchor="ctr"/>
          <a:lstStyle/>
          <a:p>
            <a:pPr algn="ctr"/>
          </a:p>
        </p:txBody>
      </p:sp>
      <p:sp>
        <p:nvSpPr>
          <p:cNvPr id="18" name="Oval 17"/>
          <p:cNvSpPr/>
          <p:nvPr/>
        </p:nvSpPr>
        <p:spPr>
          <a:xfrm>
            <a:off x="7653527" y="2862072"/>
            <a:ext cx="438912" cy="438912"/>
          </a:xfrm>
          <a:prstGeom prst="ellipse">
            <a:avLst/>
          </a:prstGeom>
          <a:solidFill>
            <a:srgbClr val="1E3A5F"/>
          </a:solidFill>
          <a:ln>
            <a:noFill/>
          </a:ln>
          <a:effectLst/>
        </p:spPr>
        <p:txBody>
          <a:bodyPr rtlCol="0" anchor="ctr"/>
          <a:lstStyle/>
          <a:p>
            <a:pPr algn="ctr"/>
          </a:p>
        </p:txBody>
      </p:sp>
      <p:sp>
        <p:nvSpPr>
          <p:cNvPr id="19" name="TextBox 18"/>
          <p:cNvSpPr txBox="1"/>
          <p:nvPr/>
        </p:nvSpPr>
        <p:spPr>
          <a:xfrm>
            <a:off x="7653527" y="2862072"/>
            <a:ext cx="438912" cy="438912"/>
          </a:xfrm>
          <a:prstGeom prst="rect">
            <a:avLst/>
          </a:prstGeom>
          <a:noFill/>
        </p:spPr>
        <p:txBody>
          <a:bodyPr wrap="square" lIns="0" tIns="0" rIns="0" bIns="0" anchor="ctr">
            <a:spAutoFit/>
          </a:bodyPr>
          <a:lstStyle/>
          <a:p>
            <a:pPr algn="ctr"/>
            <a:r>
              <a:rPr lang="hi-IN" sz="1500" b="1">
                <a:solidFill>
                  <a:srgbClr val="FFFFFF"/>
                </a:solidFill>
                <a:latin typeface="Inter"/>
                <a:ea typeface="Inter"/>
                <a:cs typeface="Noto Sans Devanagari"/>
              </a:rPr>
              <a:t>2</a:t>
            </a:r>
          </a:p>
        </p:txBody>
      </p:sp>
      <p:sp>
        <p:nvSpPr>
          <p:cNvPr id="20" name="TextBox 19"/>
          <p:cNvSpPr txBox="1"/>
          <p:nvPr/>
        </p:nvSpPr>
        <p:spPr>
          <a:xfrm>
            <a:off x="8183879" y="2734056"/>
            <a:ext cx="3429000" cy="365760"/>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OTP / KYC / APK के जाल से बचना</a:t>
            </a:r>
          </a:p>
        </p:txBody>
      </p:sp>
      <p:sp>
        <p:nvSpPr>
          <p:cNvPr id="21" name="TextBox 20"/>
          <p:cNvSpPr txBox="1"/>
          <p:nvPr/>
        </p:nvSpPr>
        <p:spPr>
          <a:xfrm>
            <a:off x="8183879" y="3090672"/>
            <a:ext cx="3429000" cy="347472"/>
          </a:xfrm>
          <a:prstGeom prst="rect">
            <a:avLst/>
          </a:prstGeom>
          <a:noFill/>
        </p:spPr>
        <p:txBody>
          <a:bodyPr wrap="square" lIns="54864" tIns="27432" rIns="54864" bIns="27432" anchor="t">
            <a:spAutoFit/>
          </a:bodyPr>
          <a:lstStyle/>
          <a:p>
            <a:pPr algn="l"/>
            <a:r>
              <a:rPr lang="hi-IN" sz="1100" b="1">
                <a:solidFill>
                  <a:srgbClr val="3E4C5A"/>
                </a:solidFill>
                <a:latin typeface="Inter"/>
                <a:ea typeface="Inter"/>
                <a:cs typeface="Noto Sans Devanagari"/>
              </a:rPr>
              <a:t>लिंक, SMS, फर्जी ऐप, रिमोट ऐप</a:t>
            </a:r>
          </a:p>
        </p:txBody>
      </p:sp>
      <p:sp>
        <p:nvSpPr>
          <p:cNvPr id="22" name="Rounded Rectangle 21"/>
          <p:cNvSpPr/>
          <p:nvPr/>
        </p:nvSpPr>
        <p:spPr>
          <a:xfrm>
            <a:off x="7543800" y="3575304"/>
            <a:ext cx="4114800" cy="804672"/>
          </a:xfrm>
          <a:prstGeom prst="roundRect">
            <a:avLst>
              <a:gd name="adj" fmla="val 15909"/>
            </a:avLst>
          </a:prstGeom>
          <a:solidFill>
            <a:srgbClr val="F1F5FA"/>
          </a:solidFill>
          <a:ln w="9525">
            <a:solidFill>
              <a:srgbClr val="D3DEE9"/>
            </a:solidFill>
          </a:ln>
          <a:effectLst/>
        </p:spPr>
        <p:txBody>
          <a:bodyPr rtlCol="0" anchor="ctr"/>
          <a:lstStyle/>
          <a:p>
            <a:pPr algn="ctr"/>
          </a:p>
        </p:txBody>
      </p:sp>
      <p:sp>
        <p:nvSpPr>
          <p:cNvPr id="23" name="Oval 22"/>
          <p:cNvSpPr/>
          <p:nvPr/>
        </p:nvSpPr>
        <p:spPr>
          <a:xfrm>
            <a:off x="7653527" y="3758184"/>
            <a:ext cx="438912" cy="438912"/>
          </a:xfrm>
          <a:prstGeom prst="ellipse">
            <a:avLst/>
          </a:prstGeom>
          <a:solidFill>
            <a:srgbClr val="1E3A5F"/>
          </a:solidFill>
          <a:ln>
            <a:noFill/>
          </a:ln>
          <a:effectLst/>
        </p:spPr>
        <p:txBody>
          <a:bodyPr rtlCol="0" anchor="ctr"/>
          <a:lstStyle/>
          <a:p>
            <a:pPr algn="ctr"/>
          </a:p>
        </p:txBody>
      </p:sp>
      <p:sp>
        <p:nvSpPr>
          <p:cNvPr id="24" name="TextBox 23"/>
          <p:cNvSpPr txBox="1"/>
          <p:nvPr/>
        </p:nvSpPr>
        <p:spPr>
          <a:xfrm>
            <a:off x="7653527" y="3758184"/>
            <a:ext cx="438912" cy="438912"/>
          </a:xfrm>
          <a:prstGeom prst="rect">
            <a:avLst/>
          </a:prstGeom>
          <a:noFill/>
        </p:spPr>
        <p:txBody>
          <a:bodyPr wrap="square" lIns="0" tIns="0" rIns="0" bIns="0" anchor="ctr">
            <a:spAutoFit/>
          </a:bodyPr>
          <a:lstStyle/>
          <a:p>
            <a:pPr algn="ctr"/>
            <a:r>
              <a:rPr lang="hi-IN" sz="1500" b="1">
                <a:solidFill>
                  <a:srgbClr val="FFFFFF"/>
                </a:solidFill>
                <a:latin typeface="Inter"/>
                <a:ea typeface="Inter"/>
                <a:cs typeface="Noto Sans Devanagari"/>
              </a:rPr>
              <a:t>3</a:t>
            </a:r>
          </a:p>
        </p:txBody>
      </p:sp>
      <p:sp>
        <p:nvSpPr>
          <p:cNvPr id="25" name="TextBox 24"/>
          <p:cNvSpPr txBox="1"/>
          <p:nvPr/>
        </p:nvSpPr>
        <p:spPr>
          <a:xfrm>
            <a:off x="8183879" y="3630168"/>
            <a:ext cx="3429000" cy="365760"/>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UPI सुरक्षित चलाना</a:t>
            </a:r>
          </a:p>
        </p:txBody>
      </p:sp>
      <p:sp>
        <p:nvSpPr>
          <p:cNvPr id="26" name="TextBox 25"/>
          <p:cNvSpPr txBox="1"/>
          <p:nvPr/>
        </p:nvSpPr>
        <p:spPr>
          <a:xfrm>
            <a:off x="8183879" y="3986784"/>
            <a:ext cx="3429000" cy="347472"/>
          </a:xfrm>
          <a:prstGeom prst="rect">
            <a:avLst/>
          </a:prstGeom>
          <a:noFill/>
        </p:spPr>
        <p:txBody>
          <a:bodyPr wrap="square" lIns="54864" tIns="27432" rIns="54864" bIns="27432" anchor="t">
            <a:spAutoFit/>
          </a:bodyPr>
          <a:lstStyle/>
          <a:p>
            <a:pPr algn="l"/>
            <a:r>
              <a:rPr lang="hi-IN" sz="1100" b="1">
                <a:solidFill>
                  <a:srgbClr val="3E4C5A"/>
                </a:solidFill>
                <a:latin typeface="Inter"/>
                <a:ea typeface="Inter"/>
                <a:cs typeface="Noto Sans Devanagari"/>
              </a:rPr>
              <a:t>QR, PIN, नकली स्क्रीनशॉट की पहचान</a:t>
            </a:r>
          </a:p>
        </p:txBody>
      </p:sp>
      <p:sp>
        <p:nvSpPr>
          <p:cNvPr id="27" name="Rounded Rectangle 26"/>
          <p:cNvSpPr/>
          <p:nvPr/>
        </p:nvSpPr>
        <p:spPr>
          <a:xfrm>
            <a:off x="7543800" y="4471416"/>
            <a:ext cx="4114800" cy="804672"/>
          </a:xfrm>
          <a:prstGeom prst="roundRect">
            <a:avLst>
              <a:gd name="adj" fmla="val 15909"/>
            </a:avLst>
          </a:prstGeom>
          <a:solidFill>
            <a:srgbClr val="F1F5FA"/>
          </a:solidFill>
          <a:ln w="9525">
            <a:solidFill>
              <a:srgbClr val="D3DEE9"/>
            </a:solidFill>
          </a:ln>
          <a:effectLst/>
        </p:spPr>
        <p:txBody>
          <a:bodyPr rtlCol="0" anchor="ctr"/>
          <a:lstStyle/>
          <a:p>
            <a:pPr algn="ctr"/>
          </a:p>
        </p:txBody>
      </p:sp>
      <p:sp>
        <p:nvSpPr>
          <p:cNvPr id="28" name="Oval 27"/>
          <p:cNvSpPr/>
          <p:nvPr/>
        </p:nvSpPr>
        <p:spPr>
          <a:xfrm>
            <a:off x="7653527" y="4654296"/>
            <a:ext cx="438912" cy="438912"/>
          </a:xfrm>
          <a:prstGeom prst="ellipse">
            <a:avLst/>
          </a:prstGeom>
          <a:solidFill>
            <a:srgbClr val="1E3A5F"/>
          </a:solidFill>
          <a:ln>
            <a:noFill/>
          </a:ln>
          <a:effectLst/>
        </p:spPr>
        <p:txBody>
          <a:bodyPr rtlCol="0" anchor="ctr"/>
          <a:lstStyle/>
          <a:p>
            <a:pPr algn="ctr"/>
          </a:p>
        </p:txBody>
      </p:sp>
      <p:sp>
        <p:nvSpPr>
          <p:cNvPr id="29" name="TextBox 28"/>
          <p:cNvSpPr txBox="1"/>
          <p:nvPr/>
        </p:nvSpPr>
        <p:spPr>
          <a:xfrm>
            <a:off x="7653527" y="4654296"/>
            <a:ext cx="438912" cy="438912"/>
          </a:xfrm>
          <a:prstGeom prst="rect">
            <a:avLst/>
          </a:prstGeom>
          <a:noFill/>
        </p:spPr>
        <p:txBody>
          <a:bodyPr wrap="square" lIns="0" tIns="0" rIns="0" bIns="0" anchor="ctr">
            <a:spAutoFit/>
          </a:bodyPr>
          <a:lstStyle/>
          <a:p>
            <a:pPr algn="ctr"/>
            <a:r>
              <a:rPr lang="hi-IN" sz="1500" b="1">
                <a:solidFill>
                  <a:srgbClr val="FFFFFF"/>
                </a:solidFill>
                <a:latin typeface="Inter"/>
                <a:ea typeface="Inter"/>
                <a:cs typeface="Noto Sans Devanagari"/>
              </a:rPr>
              <a:t>4</a:t>
            </a:r>
          </a:p>
        </p:txBody>
      </p:sp>
      <p:sp>
        <p:nvSpPr>
          <p:cNvPr id="30" name="TextBox 29"/>
          <p:cNvSpPr txBox="1"/>
          <p:nvPr/>
        </p:nvSpPr>
        <p:spPr>
          <a:xfrm>
            <a:off x="8183879" y="4526279"/>
            <a:ext cx="3429000" cy="365760"/>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डिजिटल अरेस्ट और स्पूफिंग पकड़ना</a:t>
            </a:r>
          </a:p>
        </p:txBody>
      </p:sp>
      <p:sp>
        <p:nvSpPr>
          <p:cNvPr id="31" name="TextBox 30"/>
          <p:cNvSpPr txBox="1"/>
          <p:nvPr/>
        </p:nvSpPr>
        <p:spPr>
          <a:xfrm>
            <a:off x="8183879" y="4882896"/>
            <a:ext cx="3429000" cy="347472"/>
          </a:xfrm>
          <a:prstGeom prst="rect">
            <a:avLst/>
          </a:prstGeom>
          <a:noFill/>
        </p:spPr>
        <p:txBody>
          <a:bodyPr wrap="square" lIns="54864" tIns="27432" rIns="54864" bIns="27432" anchor="t">
            <a:spAutoFit/>
          </a:bodyPr>
          <a:lstStyle/>
          <a:p>
            <a:pPr algn="l"/>
            <a:r>
              <a:rPr lang="hi-IN" sz="1100" b="1">
                <a:solidFill>
                  <a:srgbClr val="3E4C5A"/>
                </a:solidFill>
                <a:latin typeface="Inter"/>
                <a:ea typeface="Inter"/>
                <a:cs typeface="Noto Sans Devanagari"/>
              </a:rPr>
              <a:t>वीडियो कॉल पर अरेस्ट नहीं होती</a:t>
            </a:r>
          </a:p>
        </p:txBody>
      </p:sp>
      <p:sp>
        <p:nvSpPr>
          <p:cNvPr id="32" name="Rounded Rectangle 31"/>
          <p:cNvSpPr/>
          <p:nvPr/>
        </p:nvSpPr>
        <p:spPr>
          <a:xfrm>
            <a:off x="7543800" y="5367528"/>
            <a:ext cx="4114800" cy="804672"/>
          </a:xfrm>
          <a:prstGeom prst="roundRect">
            <a:avLst>
              <a:gd name="adj" fmla="val 15909"/>
            </a:avLst>
          </a:prstGeom>
          <a:solidFill>
            <a:srgbClr val="F1F5FA"/>
          </a:solidFill>
          <a:ln w="9525">
            <a:solidFill>
              <a:srgbClr val="D3DEE9"/>
            </a:solidFill>
          </a:ln>
          <a:effectLst/>
        </p:spPr>
        <p:txBody>
          <a:bodyPr rtlCol="0" anchor="ctr"/>
          <a:lstStyle/>
          <a:p>
            <a:pPr algn="ctr"/>
          </a:p>
        </p:txBody>
      </p:sp>
      <p:sp>
        <p:nvSpPr>
          <p:cNvPr id="33" name="Oval 32"/>
          <p:cNvSpPr/>
          <p:nvPr/>
        </p:nvSpPr>
        <p:spPr>
          <a:xfrm>
            <a:off x="7653527" y="5550408"/>
            <a:ext cx="438912" cy="438912"/>
          </a:xfrm>
          <a:prstGeom prst="ellipse">
            <a:avLst/>
          </a:prstGeom>
          <a:solidFill>
            <a:srgbClr val="1E3A5F"/>
          </a:solidFill>
          <a:ln>
            <a:noFill/>
          </a:ln>
          <a:effectLst/>
        </p:spPr>
        <p:txBody>
          <a:bodyPr rtlCol="0" anchor="ctr"/>
          <a:lstStyle/>
          <a:p>
            <a:pPr algn="ctr"/>
          </a:p>
        </p:txBody>
      </p:sp>
      <p:sp>
        <p:nvSpPr>
          <p:cNvPr id="34" name="TextBox 33"/>
          <p:cNvSpPr txBox="1"/>
          <p:nvPr/>
        </p:nvSpPr>
        <p:spPr>
          <a:xfrm>
            <a:off x="7653527" y="5550408"/>
            <a:ext cx="438912" cy="438912"/>
          </a:xfrm>
          <a:prstGeom prst="rect">
            <a:avLst/>
          </a:prstGeom>
          <a:noFill/>
        </p:spPr>
        <p:txBody>
          <a:bodyPr wrap="square" lIns="0" tIns="0" rIns="0" bIns="0" anchor="ctr">
            <a:spAutoFit/>
          </a:bodyPr>
          <a:lstStyle/>
          <a:p>
            <a:pPr algn="ctr"/>
            <a:r>
              <a:rPr lang="hi-IN" sz="1500" b="1">
                <a:solidFill>
                  <a:srgbClr val="FFFFFF"/>
                </a:solidFill>
                <a:latin typeface="Inter"/>
                <a:ea typeface="Inter"/>
                <a:cs typeface="Noto Sans Devanagari"/>
              </a:rPr>
              <a:t>5</a:t>
            </a:r>
          </a:p>
        </p:txBody>
      </p:sp>
      <p:sp>
        <p:nvSpPr>
          <p:cNvPr id="35" name="TextBox 34"/>
          <p:cNvSpPr txBox="1"/>
          <p:nvPr/>
        </p:nvSpPr>
        <p:spPr>
          <a:xfrm>
            <a:off x="8183879" y="5422392"/>
            <a:ext cx="3429000" cy="365760"/>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परिवार ड्रिल और सही रिपोर्टिंग</a:t>
            </a:r>
          </a:p>
        </p:txBody>
      </p:sp>
      <p:sp>
        <p:nvSpPr>
          <p:cNvPr id="36" name="TextBox 35"/>
          <p:cNvSpPr txBox="1"/>
          <p:nvPr/>
        </p:nvSpPr>
        <p:spPr>
          <a:xfrm>
            <a:off x="8183879" y="5779008"/>
            <a:ext cx="3429000" cy="347472"/>
          </a:xfrm>
          <a:prstGeom prst="rect">
            <a:avLst/>
          </a:prstGeom>
          <a:noFill/>
        </p:spPr>
        <p:txBody>
          <a:bodyPr wrap="square" lIns="54864" tIns="27432" rIns="54864" bIns="27432" anchor="t">
            <a:spAutoFit/>
          </a:bodyPr>
          <a:lstStyle/>
          <a:p>
            <a:pPr algn="l"/>
            <a:r>
              <a:rPr lang="hi-IN" sz="1100" b="1">
                <a:solidFill>
                  <a:srgbClr val="3E4C5A"/>
                </a:solidFill>
                <a:latin typeface="Inter"/>
                <a:ea typeface="Inter"/>
                <a:cs typeface="Noto Sans Devanagari"/>
              </a:rPr>
              <a:t>पहला घंटा सबसे कीमती</a:t>
            </a:r>
          </a:p>
        </p:txBody>
      </p:sp>
      <p:pic>
        <p:nvPicPr>
          <p:cNvPr id="37" name="Eagle Logo" descr="eagle"/>
          <p:cNvPicPr>
            <a:picLocks noChangeAspect="1"/>
          </p:cNvPicPr>
          <p:nvPr/>
        </p:nvPicPr>
        <p:blipFill>
          <a:blip r:embed="rId100"/>
          <a:stretch>
            <a:fillRect/>
          </a:stretch>
        </p:blipFill>
        <p:spPr>
          <a:xfrm>
            <a:off x="11625072" y="240000"/>
            <a:ext cx="475488" cy="4754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7"/>
                                        </p:tgtEl>
                                        <p:attrNameLst>
                                          <p:attrName>style.visibility</p:attrName>
                                        </p:attrNameLst>
                                      </p:cBhvr>
                                      <p:to>
                                        <p:strVal val="visible"/>
                                      </p:to>
                                    </p:set>
                                    <p:animEffect transition="in" filter="fade">
                                      <p:cBhvr>
                                        <p:cTn id="10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2" grpId="0" animBg="1"/>
      <p:bldP spid="13" grpId="0" animBg="1"/>
      <p:bldP spid="14" grpId="0"/>
      <p:bldP spid="15" grpId="0"/>
      <p:bldP spid="16" grpId="0"/>
      <p:bldP spid="17" grpId="0" animBg="1"/>
      <p:bldP spid="18" grpId="0" animBg="1"/>
      <p:bldP spid="19" grpId="0"/>
      <p:bldP spid="20" grpId="0"/>
      <p:bldP spid="21" grpId="0"/>
      <p:bldP spid="22" grpId="0" animBg="1"/>
      <p:bldP spid="23" grpId="0" animBg="1"/>
      <p:bldP spid="24" grpId="0"/>
      <p:bldP spid="25" grpId="0"/>
      <p:bldP spid="26" grpId="0"/>
      <p:bldP spid="27" grpId="0" animBg="1"/>
      <p:bldP spid="28" grpId="0" animBg="1"/>
      <p:bldP spid="29" grpId="0"/>
      <p:bldP spid="30" grpId="0"/>
      <p:bldP spid="31" grpId="0"/>
      <p:bldP spid="32" grpId="0" animBg="1"/>
      <p:bldP spid="33" grpId="0" animBg="1"/>
      <p:bldP spid="34" grpId="0"/>
      <p:bldP spid="35" grpId="0"/>
      <p:bldP spid="36" grpId="0"/>
      <p:bldP spid="7"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ipL"/>
          <p:cNvSpPr/>
          <p:nvPr/>
        </p:nvSpPr>
        <p:spPr>
          <a:xfrm>
            <a:off x="0" y="0"/>
            <a:ext cx="4063898" cy="64008"/>
          </a:xfrm>
          <a:prstGeom prst="rect">
            <a:avLst/>
          </a:prstGeom>
          <a:solidFill>
            <a:srgbClr val="1E3A5F"/>
          </a:solidFill>
          <a:ln>
            <a:noFill/>
          </a:ln>
          <a:effectLst/>
        </p:spPr>
        <p:txBody>
          <a:bodyPr rtlCol="0" anchor="ctr"/>
          <a:lstStyle/>
          <a:p>
            <a:pPr algn="ctr"/>
          </a:p>
        </p:txBody>
      </p:sp>
      <p:sp>
        <p:nvSpPr>
          <p:cNvPr id="3" name="StripM"/>
          <p:cNvSpPr/>
          <p:nvPr/>
        </p:nvSpPr>
        <p:spPr>
          <a:xfrm>
            <a:off x="4063898" y="0"/>
            <a:ext cx="4063898" cy="64008"/>
          </a:xfrm>
          <a:prstGeom prst="rect">
            <a:avLst/>
          </a:prstGeom>
          <a:solidFill>
            <a:srgbClr val="1E3A5F"/>
          </a:solidFill>
          <a:ln>
            <a:noFill/>
          </a:ln>
          <a:effectLst/>
        </p:spPr>
        <p:txBody>
          <a:bodyPr rtlCol="0" anchor="ctr"/>
          <a:lstStyle/>
          <a:p>
            <a:pPr algn="ctr"/>
          </a:p>
        </p:txBody>
      </p:sp>
      <p:sp>
        <p:nvSpPr>
          <p:cNvPr id="4" name="StripR"/>
          <p:cNvSpPr/>
          <p:nvPr/>
        </p:nvSpPr>
        <p:spPr>
          <a:xfrm>
            <a:off x="8127796" y="0"/>
            <a:ext cx="4063898" cy="64008"/>
          </a:xfrm>
          <a:prstGeom prst="rect">
            <a:avLst/>
          </a:prstGeom>
          <a:solidFill>
            <a:srgbClr val="C0912B"/>
          </a:solidFill>
          <a:ln>
            <a:noFill/>
          </a:ln>
          <a:effectLst/>
        </p:spPr>
        <p:txBody>
          <a:bodyPr rtlCol="0" anchor="ctr"/>
          <a:lstStyle/>
          <a:p>
            <a:pPr algn="ctr"/>
          </a:p>
        </p:txBody>
      </p:sp>
      <p:pic>
        <p:nvPicPr>
          <p:cNvPr id="5" name="BSF Logo" descr="image.png"/>
          <p:cNvPicPr>
            <a:picLocks noChangeAspect="1"/>
          </p:cNvPicPr>
          <p:nvPr/>
        </p:nvPicPr>
        <p:blipFill>
          <a:blip r:embed="rId2"/>
          <a:stretch>
            <a:fillRect/>
          </a:stretch>
        </p:blipFill>
        <p:spPr>
          <a:xfrm>
            <a:off x="91440" y="240000"/>
            <a:ext cx="475488" cy="475488"/>
          </a:xfrm>
          <a:prstGeom prst="rect">
            <a:avLst/>
          </a:prstGeom>
        </p:spPr>
      </p:pic>
      <p:sp>
        <p:nvSpPr>
          <p:cNvPr id="6" name="Title"/>
          <p:cNvSpPr txBox="1"/>
          <p:nvPr/>
        </p:nvSpPr>
        <p:spPr>
          <a:xfrm>
            <a:off x="713232" y="182880"/>
            <a:ext cx="10424160" cy="640080"/>
          </a:xfrm>
          <a:prstGeom prst="rect">
            <a:avLst/>
          </a:prstGeom>
          <a:noFill/>
        </p:spPr>
        <p:txBody>
          <a:bodyPr wrap="square" lIns="54864" tIns="27432" rIns="54864" bIns="27432" anchor="ctr">
            <a:spAutoFit/>
          </a:bodyPr>
          <a:lstStyle/>
          <a:p>
            <a:pPr algn="l"/>
            <a:r>
              <a:rPr lang="hi-IN" sz="3000" b="1">
                <a:solidFill>
                  <a:srgbClr val="1E3A5F"/>
                </a:solidFill>
                <a:latin typeface="Inter"/>
                <a:ea typeface="Inter"/>
                <a:cs typeface="Noto Sans Devanagari"/>
              </a:rPr>
              <a:t>यह कोर्स </a:t>
            </a:r>
            <a:r>
              <a:rPr lang="hi-IN" sz="3000" b="1">
                <a:solidFill>
                  <a:srgbClr val="1E3A5F"/>
                </a:solidFill>
                <a:latin typeface="Inter"/>
                <a:ea typeface="Inter"/>
                <a:cs typeface="Noto Sans Devanagari"/>
              </a:rPr>
              <a:t>किसके</a:t>
            </a:r>
            <a:r>
              <a:rPr lang="hi-IN" sz="3000" b="1">
                <a:solidFill>
                  <a:srgbClr val="1E3A5F"/>
                </a:solidFill>
                <a:latin typeface="Inter"/>
                <a:ea typeface="Inter"/>
                <a:cs typeface="Noto Sans Devanagari"/>
              </a:rPr>
              <a:t> लिए है?</a:t>
            </a:r>
          </a:p>
        </p:txBody>
      </p:sp>
      <p:sp>
        <p:nvSpPr>
          <p:cNvPr id="7" name="Subtitle"/>
          <p:cNvSpPr txBox="1"/>
          <p:nvPr/>
        </p:nvSpPr>
        <p:spPr>
          <a:xfrm>
            <a:off x="713232" y="822960"/>
            <a:ext cx="10881360" cy="411480"/>
          </a:xfrm>
          <a:prstGeom prst="rect">
            <a:avLst/>
          </a:prstGeom>
          <a:noFill/>
        </p:spPr>
        <p:txBody>
          <a:bodyPr wrap="square" lIns="54864" tIns="27432" rIns="54864" bIns="27432" anchor="t">
            <a:spAutoFit/>
          </a:bodyPr>
          <a:lstStyle/>
          <a:p>
            <a:pPr algn="l"/>
            <a:r>
              <a:rPr lang="hi-IN" sz="1400" b="0">
                <a:solidFill>
                  <a:srgbClr val="3E4C5A"/>
                </a:solidFill>
                <a:latin typeface="Inter"/>
                <a:ea typeface="Inter"/>
                <a:cs typeface="Noto Sans Devanagari"/>
              </a:rPr>
              <a:t>सभी रैंक + परिवार: ड्यूटी पर भी और छुट्टी पर भी, बिना इंस्ट्रक्टर के समझने योग्य।</a:t>
            </a:r>
          </a:p>
        </p:txBody>
      </p:sp>
      <p:sp>
        <p:nvSpPr>
          <p:cNvPr id="8" name="SlideNo"/>
          <p:cNvSpPr txBox="1"/>
          <p:nvPr/>
        </p:nvSpPr>
        <p:spPr>
          <a:xfrm>
            <a:off x="10625328" y="6510528"/>
            <a:ext cx="1417320" cy="274320"/>
          </a:xfrm>
          <a:prstGeom prst="rect">
            <a:avLst/>
          </a:prstGeom>
          <a:noFill/>
        </p:spPr>
        <p:txBody>
          <a:bodyPr wrap="square" lIns="0" tIns="0" rIns="0" bIns="0" anchor="t">
            <a:spAutoFit/>
          </a:bodyPr>
          <a:lstStyle/>
          <a:p>
            <a:pPr algn="r"/>
            <a:r>
              <a:rPr lang="hi-IN" sz="1000" b="1">
                <a:solidFill>
                  <a:srgbClr val="3E4C5A"/>
                </a:solidFill>
                <a:latin typeface="Inter"/>
                <a:ea typeface="Inter"/>
                <a:cs typeface="Noto Sans Devanagari"/>
              </a:rPr>
              <a:t>04 / 9</a:t>
            </a:r>
          </a:p>
        </p:txBody>
      </p:sp>
      <p:sp>
        <p:nvSpPr>
          <p:cNvPr id="9" name="Rounded Rectangle 8"/>
          <p:cNvSpPr/>
          <p:nvPr/>
        </p:nvSpPr>
        <p:spPr>
          <a:xfrm>
            <a:off x="548640" y="1417320"/>
            <a:ext cx="6766560" cy="1463040"/>
          </a:xfrm>
          <a:prstGeom prst="roundRect">
            <a:avLst>
              <a:gd name="adj" fmla="val 8750"/>
            </a:avLst>
          </a:prstGeom>
          <a:solidFill>
            <a:srgbClr val="F1F5FA"/>
          </a:solidFill>
          <a:ln w="9525">
            <a:solidFill>
              <a:srgbClr val="D3DEE9"/>
            </a:solidFill>
          </a:ln>
          <a:effectLst/>
        </p:spPr>
        <p:txBody>
          <a:bodyPr rtlCol="0" anchor="ctr"/>
          <a:lstStyle/>
          <a:p>
            <a:pPr algn="ctr"/>
          </a:p>
        </p:txBody>
      </p:sp>
      <p:sp>
        <p:nvSpPr>
          <p:cNvPr id="10" name="Rounded Rectangle 9"/>
          <p:cNvSpPr/>
          <p:nvPr/>
        </p:nvSpPr>
        <p:spPr>
          <a:xfrm>
            <a:off x="548640" y="1527048"/>
            <a:ext cx="64008" cy="1243584"/>
          </a:xfrm>
          <a:prstGeom prst="roundRect">
            <a:avLst>
              <a:gd name="adj" fmla="val 42857"/>
            </a:avLst>
          </a:prstGeom>
          <a:solidFill>
            <a:srgbClr val="1E3A5F"/>
          </a:solidFill>
          <a:ln>
            <a:noFill/>
          </a:ln>
          <a:effectLst/>
        </p:spPr>
        <p:txBody>
          <a:bodyPr rtlCol="0" anchor="ctr"/>
          <a:lstStyle/>
          <a:p>
            <a:pPr algn="ctr"/>
          </a:p>
        </p:txBody>
      </p:sp>
      <p:sp>
        <p:nvSpPr>
          <p:cNvPr id="11" name="TextBox 10"/>
          <p:cNvSpPr txBox="1"/>
          <p:nvPr/>
        </p:nvSpPr>
        <p:spPr>
          <a:xfrm>
            <a:off x="777240" y="1527048"/>
            <a:ext cx="6400800" cy="411480"/>
          </a:xfrm>
          <a:prstGeom prst="rect">
            <a:avLst/>
          </a:prstGeom>
          <a:noFill/>
        </p:spPr>
        <p:txBody>
          <a:bodyPr wrap="square" lIns="54864" tIns="27432" rIns="54864" bIns="27432" anchor="t">
            <a:spAutoFit/>
          </a:bodyPr>
          <a:lstStyle/>
          <a:p>
            <a:pPr algn="l"/>
            <a:r>
              <a:rPr lang="hi-IN" sz="1700" b="1">
                <a:solidFill>
                  <a:srgbClr val="1E3A5F"/>
                </a:solidFill>
                <a:latin typeface="Inter"/>
                <a:ea typeface="Inter"/>
                <a:cs typeface="Noto Sans Devanagari"/>
              </a:rPr>
              <a:t>सभी रैंक: जवान से अधिकारी तक</a:t>
            </a:r>
          </a:p>
        </p:txBody>
      </p:sp>
      <p:sp>
        <p:nvSpPr>
          <p:cNvPr id="12" name="TextBox 11"/>
          <p:cNvSpPr txBox="1"/>
          <p:nvPr/>
        </p:nvSpPr>
        <p:spPr>
          <a:xfrm>
            <a:off x="777240" y="1984248"/>
            <a:ext cx="6400800" cy="822960"/>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कोई तकनीकी बैकग्राउंड ज़रूरी नहीं। साफ हिंदी, भारतीय उदाहरण, एक स्लाइड में एक बात।</a:t>
            </a:r>
          </a:p>
        </p:txBody>
      </p:sp>
      <p:sp>
        <p:nvSpPr>
          <p:cNvPr id="13" name="Rounded Rectangle 12"/>
          <p:cNvSpPr/>
          <p:nvPr/>
        </p:nvSpPr>
        <p:spPr>
          <a:xfrm>
            <a:off x="548640" y="2990088"/>
            <a:ext cx="6766560" cy="1463040"/>
          </a:xfrm>
          <a:prstGeom prst="roundRect">
            <a:avLst>
              <a:gd name="adj" fmla="val 8750"/>
            </a:avLst>
          </a:prstGeom>
          <a:solidFill>
            <a:srgbClr val="F1F5FA"/>
          </a:solidFill>
          <a:ln w="9525">
            <a:solidFill>
              <a:srgbClr val="D3DEE9"/>
            </a:solidFill>
          </a:ln>
          <a:effectLst/>
        </p:spPr>
        <p:txBody>
          <a:bodyPr rtlCol="0" anchor="ctr"/>
          <a:lstStyle/>
          <a:p>
            <a:pPr algn="ctr"/>
          </a:p>
        </p:txBody>
      </p:sp>
      <p:sp>
        <p:nvSpPr>
          <p:cNvPr id="14" name="Rounded Rectangle 13"/>
          <p:cNvSpPr/>
          <p:nvPr/>
        </p:nvSpPr>
        <p:spPr>
          <a:xfrm>
            <a:off x="548640" y="3099816"/>
            <a:ext cx="64008" cy="1243584"/>
          </a:xfrm>
          <a:prstGeom prst="roundRect">
            <a:avLst>
              <a:gd name="adj" fmla="val 42857"/>
            </a:avLst>
          </a:prstGeom>
          <a:solidFill>
            <a:srgbClr val="1E3A5F"/>
          </a:solidFill>
          <a:ln>
            <a:noFill/>
          </a:ln>
          <a:effectLst/>
        </p:spPr>
        <p:txBody>
          <a:bodyPr rtlCol="0" anchor="ctr"/>
          <a:lstStyle/>
          <a:p>
            <a:pPr algn="ctr"/>
          </a:p>
        </p:txBody>
      </p:sp>
      <p:sp>
        <p:nvSpPr>
          <p:cNvPr id="15" name="TextBox 14"/>
          <p:cNvSpPr txBox="1"/>
          <p:nvPr/>
        </p:nvSpPr>
        <p:spPr>
          <a:xfrm>
            <a:off x="777240" y="3099816"/>
            <a:ext cx="6400800" cy="411480"/>
          </a:xfrm>
          <a:prstGeom prst="rect">
            <a:avLst/>
          </a:prstGeom>
          <a:noFill/>
        </p:spPr>
        <p:txBody>
          <a:bodyPr wrap="square" lIns="54864" tIns="27432" rIns="54864" bIns="27432" anchor="t">
            <a:spAutoFit/>
          </a:bodyPr>
          <a:lstStyle/>
          <a:p>
            <a:pPr algn="l"/>
            <a:r>
              <a:rPr lang="hi-IN" sz="1700" b="1">
                <a:solidFill>
                  <a:srgbClr val="1E3A5F"/>
                </a:solidFill>
                <a:latin typeface="Inter"/>
                <a:ea typeface="Inter"/>
                <a:cs typeface="Noto Sans Devanagari"/>
              </a:rPr>
              <a:t>जवान का परिवार: पत्नी, बच्चे, माता-पिता</a:t>
            </a:r>
          </a:p>
        </p:txBody>
      </p:sp>
      <p:sp>
        <p:nvSpPr>
          <p:cNvPr id="16" name="TextBox 15"/>
          <p:cNvSpPr txBox="1"/>
          <p:nvPr/>
        </p:nvSpPr>
        <p:spPr>
          <a:xfrm>
            <a:off x="777240" y="3557016"/>
            <a:ext cx="6400800" cy="822960"/>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ट्रांसफर/पोस्टिंग में परिवार अकेला रहता है, ठग इसी का फायदा उठाते हैं। M6 में पूरी ड्रिल।</a:t>
            </a:r>
          </a:p>
        </p:txBody>
      </p:sp>
      <p:sp>
        <p:nvSpPr>
          <p:cNvPr id="17" name="Rounded Rectangle 16"/>
          <p:cNvSpPr/>
          <p:nvPr/>
        </p:nvSpPr>
        <p:spPr>
          <a:xfrm>
            <a:off x="548640" y="4562856"/>
            <a:ext cx="6766560" cy="1463040"/>
          </a:xfrm>
          <a:prstGeom prst="roundRect">
            <a:avLst>
              <a:gd name="adj" fmla="val 8750"/>
            </a:avLst>
          </a:prstGeom>
          <a:solidFill>
            <a:srgbClr val="F1F5FA"/>
          </a:solidFill>
          <a:ln w="9525">
            <a:solidFill>
              <a:srgbClr val="D3DEE9"/>
            </a:solidFill>
          </a:ln>
          <a:effectLst/>
        </p:spPr>
        <p:txBody>
          <a:bodyPr rtlCol="0" anchor="ctr"/>
          <a:lstStyle/>
          <a:p>
            <a:pPr algn="ctr"/>
          </a:p>
        </p:txBody>
      </p:sp>
      <p:sp>
        <p:nvSpPr>
          <p:cNvPr id="18" name="Rounded Rectangle 17"/>
          <p:cNvSpPr/>
          <p:nvPr/>
        </p:nvSpPr>
        <p:spPr>
          <a:xfrm>
            <a:off x="548640" y="4672584"/>
            <a:ext cx="64008" cy="1243584"/>
          </a:xfrm>
          <a:prstGeom prst="roundRect">
            <a:avLst>
              <a:gd name="adj" fmla="val 42857"/>
            </a:avLst>
          </a:prstGeom>
          <a:solidFill>
            <a:srgbClr val="1E3A5F"/>
          </a:solidFill>
          <a:ln>
            <a:noFill/>
          </a:ln>
          <a:effectLst/>
        </p:spPr>
        <p:txBody>
          <a:bodyPr rtlCol="0" anchor="ctr"/>
          <a:lstStyle/>
          <a:p>
            <a:pPr algn="ctr"/>
          </a:p>
        </p:txBody>
      </p:sp>
      <p:sp>
        <p:nvSpPr>
          <p:cNvPr id="19" name="TextBox 18"/>
          <p:cNvSpPr txBox="1"/>
          <p:nvPr/>
        </p:nvSpPr>
        <p:spPr>
          <a:xfrm>
            <a:off x="777240" y="4672584"/>
            <a:ext cx="6400800" cy="411480"/>
          </a:xfrm>
          <a:prstGeom prst="rect">
            <a:avLst/>
          </a:prstGeom>
          <a:noFill/>
        </p:spPr>
        <p:txBody>
          <a:bodyPr wrap="square" lIns="54864" tIns="27432" rIns="54864" bIns="27432" anchor="t">
            <a:spAutoFit/>
          </a:bodyPr>
          <a:lstStyle/>
          <a:p>
            <a:pPr algn="l"/>
            <a:r>
              <a:rPr lang="hi-IN" sz="1700" b="1">
                <a:solidFill>
                  <a:srgbClr val="1E3A5F"/>
                </a:solidFill>
                <a:latin typeface="Inter"/>
                <a:ea typeface="Inter"/>
                <a:cs typeface="Noto Sans Devanagari"/>
              </a:rPr>
              <a:t>हर उम्र: कोई भी निशाना हो सकता है</a:t>
            </a:r>
          </a:p>
        </p:txBody>
      </p:sp>
      <p:sp>
        <p:nvSpPr>
          <p:cNvPr id="20" name="TextBox 19"/>
          <p:cNvSpPr txBox="1"/>
          <p:nvPr/>
        </p:nvSpPr>
        <p:spPr>
          <a:xfrm>
            <a:off x="777240" y="5129784"/>
            <a:ext cx="6400800" cy="822960"/>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युवा, कामकाजी, बुज़ुर्ग: KYC, लोन या निवेश की ठगी किसी को भी फँसा सकती है।</a:t>
            </a:r>
          </a:p>
        </p:txBody>
      </p:sp>
      <p:sp>
        <p:nvSpPr>
          <p:cNvPr id="21" name="Rounded Rectangle 20"/>
          <p:cNvSpPr/>
          <p:nvPr/>
        </p:nvSpPr>
        <p:spPr>
          <a:xfrm>
            <a:off x="548640" y="6144768"/>
            <a:ext cx="6766560" cy="384048"/>
          </a:xfrm>
          <a:prstGeom prst="roundRect">
            <a:avLst>
              <a:gd name="adj" fmla="val 50000"/>
            </a:avLst>
          </a:prstGeom>
          <a:solidFill>
            <a:srgbClr val="F1F5FA"/>
          </a:solidFill>
          <a:ln>
            <a:noFill/>
          </a:ln>
          <a:effectLst/>
        </p:spPr>
        <p:txBody>
          <a:bodyPr rtlCol="0" anchor="ctr"/>
          <a:lstStyle/>
          <a:p>
            <a:pPr algn="ctr"/>
          </a:p>
        </p:txBody>
      </p:sp>
      <p:sp>
        <p:nvSpPr>
          <p:cNvPr id="22" name="TextBox 21"/>
          <p:cNvSpPr txBox="1"/>
          <p:nvPr/>
        </p:nvSpPr>
        <p:spPr>
          <a:xfrm>
            <a:off x="548640" y="6144768"/>
            <a:ext cx="6766560" cy="384048"/>
          </a:xfrm>
          <a:prstGeom prst="rect">
            <a:avLst/>
          </a:prstGeom>
          <a:noFill/>
        </p:spPr>
        <p:txBody>
          <a:bodyPr wrap="square" lIns="73152" tIns="0" rIns="73152" bIns="0" anchor="ctr">
            <a:spAutoFit/>
          </a:bodyPr>
          <a:lstStyle/>
          <a:p>
            <a:pPr algn="ctr"/>
            <a:r>
              <a:rPr lang="hi-IN" sz="1250" b="1">
                <a:solidFill>
                  <a:srgbClr val="1E3A5F"/>
                </a:solidFill>
                <a:latin typeface="Inter"/>
                <a:ea typeface="Inter"/>
                <a:cs typeface="Noto Sans Devanagari"/>
              </a:rPr>
              <a:t>ड्यूटी और छुट्टी, दोनों में लागू: फोन आपके पास है, सुरक्षा भी आपके हाथ में</a:t>
            </a:r>
          </a:p>
        </p:txBody>
      </p:sp>
      <p:sp>
        <p:nvSpPr>
          <p:cNvPr id="23" name="Rounded Rectangle 22"/>
          <p:cNvSpPr/>
          <p:nvPr/>
        </p:nvSpPr>
        <p:spPr>
          <a:xfrm>
            <a:off x="7589520" y="1417320"/>
            <a:ext cx="4069080" cy="5093208"/>
          </a:xfrm>
          <a:prstGeom prst="roundRect">
            <a:avLst>
              <a:gd name="adj" fmla="val 3146"/>
            </a:avLst>
          </a:prstGeom>
          <a:solidFill>
            <a:srgbClr val="FFFFFF"/>
          </a:solidFill>
          <a:ln w="9525">
            <a:solidFill>
              <a:srgbClr val="D3DEE9"/>
            </a:solidFill>
          </a:ln>
          <a:effectLst/>
        </p:spPr>
        <p:txBody>
          <a:bodyPr rtlCol="0" anchor="ctr"/>
          <a:lstStyle/>
          <a:p>
            <a:pPr algn="ctr"/>
          </a:p>
        </p:txBody>
      </p:sp>
      <p:pic>
        <p:nvPicPr>
          <p:cNvPr id="24" name="Photo" descr="s04_1837f5c0.png"/>
          <p:cNvPicPr>
            <a:picLocks noChangeAspect="1"/>
          </p:cNvPicPr>
          <p:nvPr/>
        </p:nvPicPr>
        <p:blipFill>
          <a:blip r:embed="rId3"/>
          <a:stretch>
            <a:fillRect/>
          </a:stretch>
        </p:blipFill>
        <p:spPr>
          <a:xfrm>
            <a:off x="7726679" y="1538594"/>
            <a:ext cx="3794760" cy="3515635"/>
          </a:xfrm>
          <a:prstGeom prst="rect">
            <a:avLst/>
          </a:prstGeom>
        </p:spPr>
      </p:pic>
      <p:sp>
        <p:nvSpPr>
          <p:cNvPr id="25" name="TextBox 24"/>
          <p:cNvSpPr txBox="1"/>
          <p:nvPr/>
        </p:nvSpPr>
        <p:spPr>
          <a:xfrm>
            <a:off x="7726679" y="5102352"/>
            <a:ext cx="3794760" cy="365760"/>
          </a:xfrm>
          <a:prstGeom prst="rect">
            <a:avLst/>
          </a:prstGeom>
          <a:noFill/>
        </p:spPr>
        <p:txBody>
          <a:bodyPr wrap="square" lIns="54864" tIns="27432" rIns="54864" bIns="27432" anchor="t">
            <a:spAutoFit/>
          </a:bodyPr>
          <a:lstStyle/>
          <a:p>
            <a:pPr algn="l"/>
            <a:r>
              <a:rPr lang="hi-IN" sz="1500" b="1">
                <a:solidFill>
                  <a:srgbClr val="1E3A5F"/>
                </a:solidFill>
                <a:latin typeface="Inter"/>
                <a:ea typeface="Inter"/>
                <a:cs typeface="Noto Sans Devanagari"/>
              </a:rPr>
              <a:t>जवान का फोन = परिवार का भरोसा</a:t>
            </a:r>
          </a:p>
        </p:txBody>
      </p:sp>
      <p:sp>
        <p:nvSpPr>
          <p:cNvPr id="26" name="TextBox 25"/>
          <p:cNvSpPr txBox="1"/>
          <p:nvPr/>
        </p:nvSpPr>
        <p:spPr>
          <a:xfrm>
            <a:off x="7726679" y="5486400"/>
            <a:ext cx="3794760" cy="960120"/>
          </a:xfrm>
          <a:prstGeom prst="rect">
            <a:avLst/>
          </a:prstGeom>
          <a:noFill/>
        </p:spPr>
        <p:txBody>
          <a:bodyPr wrap="square" lIns="54864" tIns="27432" rIns="54864" bIns="27432" anchor="t">
            <a:spAutoFit/>
          </a:bodyPr>
          <a:lstStyle/>
          <a:p>
            <a:pPr algn="l"/>
            <a:r>
              <a:rPr lang="hi-IN" sz="1200" b="1">
                <a:solidFill>
                  <a:srgbClr val="3E4C5A"/>
                </a:solidFill>
                <a:latin typeface="Inter"/>
                <a:ea typeface="Inter"/>
                <a:cs typeface="Noto Sans Devanagari"/>
              </a:rPr>
              <a:t>फोटो, लोकेशन और यूनिट की जानकारी सोशल मीडिया पर डालने से आपकी प्रोफाइलिंग होती है। इसका विस्तार M5 में।</a:t>
            </a:r>
          </a:p>
        </p:txBody>
      </p:sp>
      <p:pic>
        <p:nvPicPr>
          <p:cNvPr id="27" name="Eagle Logo" descr="eagle"/>
          <p:cNvPicPr>
            <a:picLocks noChangeAspect="1"/>
          </p:cNvPicPr>
          <p:nvPr/>
        </p:nvPicPr>
        <p:blipFill>
          <a:blip r:embed="rId100"/>
          <a:stretch>
            <a:fillRect/>
          </a:stretch>
        </p:blipFill>
        <p:spPr>
          <a:xfrm>
            <a:off x="11625072" y="240000"/>
            <a:ext cx="475488" cy="4754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p:bldP spid="7" grpId="0"/>
      <p:bldP spid="13" grpId="0" animBg="1"/>
      <p:bldP spid="14" grpId="0" animBg="1"/>
      <p:bldP spid="15" grpId="0"/>
      <p:bldP spid="16" grpId="0"/>
      <p:bldP spid="17" grpId="0" animBg="1"/>
      <p:bldP spid="18" grpId="0" animBg="1"/>
      <p:bldP spid="19" grpId="0"/>
      <p:bldP spid="20" grpId="0"/>
      <p:bldP spid="21" grpId="0" animBg="1"/>
      <p:bldP spid="22" grpId="0"/>
      <p:bldP spid="23" grpId="0" animBg="1"/>
      <p:bldP spid="25" grpId="0"/>
      <p:bldP spid="26"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ipL"/>
          <p:cNvSpPr/>
          <p:nvPr/>
        </p:nvSpPr>
        <p:spPr>
          <a:xfrm>
            <a:off x="0" y="0"/>
            <a:ext cx="4063898" cy="64008"/>
          </a:xfrm>
          <a:prstGeom prst="rect">
            <a:avLst/>
          </a:prstGeom>
          <a:solidFill>
            <a:srgbClr val="1E3A5F"/>
          </a:solidFill>
          <a:ln>
            <a:noFill/>
          </a:ln>
          <a:effectLst/>
        </p:spPr>
        <p:txBody>
          <a:bodyPr rtlCol="0" anchor="ctr"/>
          <a:lstStyle/>
          <a:p>
            <a:pPr algn="ctr"/>
          </a:p>
        </p:txBody>
      </p:sp>
      <p:sp>
        <p:nvSpPr>
          <p:cNvPr id="3" name="StripM"/>
          <p:cNvSpPr/>
          <p:nvPr/>
        </p:nvSpPr>
        <p:spPr>
          <a:xfrm>
            <a:off x="4063898" y="0"/>
            <a:ext cx="4063898" cy="64008"/>
          </a:xfrm>
          <a:prstGeom prst="rect">
            <a:avLst/>
          </a:prstGeom>
          <a:solidFill>
            <a:srgbClr val="1E3A5F"/>
          </a:solidFill>
          <a:ln>
            <a:noFill/>
          </a:ln>
          <a:effectLst/>
        </p:spPr>
        <p:txBody>
          <a:bodyPr rtlCol="0" anchor="ctr"/>
          <a:lstStyle/>
          <a:p>
            <a:pPr algn="ctr"/>
          </a:p>
        </p:txBody>
      </p:sp>
      <p:sp>
        <p:nvSpPr>
          <p:cNvPr id="4" name="StripR"/>
          <p:cNvSpPr/>
          <p:nvPr/>
        </p:nvSpPr>
        <p:spPr>
          <a:xfrm>
            <a:off x="8127796" y="0"/>
            <a:ext cx="4063898" cy="64008"/>
          </a:xfrm>
          <a:prstGeom prst="rect">
            <a:avLst/>
          </a:prstGeom>
          <a:solidFill>
            <a:srgbClr val="C0912B"/>
          </a:solidFill>
          <a:ln>
            <a:noFill/>
          </a:ln>
          <a:effectLst/>
        </p:spPr>
        <p:txBody>
          <a:bodyPr rtlCol="0" anchor="ctr"/>
          <a:lstStyle/>
          <a:p>
            <a:pPr algn="ctr"/>
          </a:p>
        </p:txBody>
      </p:sp>
      <p:pic>
        <p:nvPicPr>
          <p:cNvPr id="5" name="BSF Logo" descr="image.png"/>
          <p:cNvPicPr>
            <a:picLocks noChangeAspect="1"/>
          </p:cNvPicPr>
          <p:nvPr/>
        </p:nvPicPr>
        <p:blipFill>
          <a:blip r:embed="rId2"/>
          <a:stretch>
            <a:fillRect/>
          </a:stretch>
        </p:blipFill>
        <p:spPr>
          <a:xfrm>
            <a:off x="91440" y="240000"/>
            <a:ext cx="475488" cy="475488"/>
          </a:xfrm>
          <a:prstGeom prst="rect">
            <a:avLst/>
          </a:prstGeom>
        </p:spPr>
      </p:pic>
      <p:sp>
        <p:nvSpPr>
          <p:cNvPr id="6" name="Title"/>
          <p:cNvSpPr txBox="1"/>
          <p:nvPr/>
        </p:nvSpPr>
        <p:spPr>
          <a:xfrm>
            <a:off x="713232" y="182880"/>
            <a:ext cx="10424160" cy="640080"/>
          </a:xfrm>
          <a:prstGeom prst="rect">
            <a:avLst/>
          </a:prstGeom>
          <a:noFill/>
        </p:spPr>
        <p:txBody>
          <a:bodyPr wrap="square" lIns="54864" tIns="27432" rIns="54864" bIns="27432" anchor="ctr">
            <a:spAutoFit/>
          </a:bodyPr>
          <a:lstStyle/>
          <a:p>
            <a:pPr algn="l"/>
            <a:r>
              <a:rPr lang="hi-IN" sz="3000" b="1">
                <a:solidFill>
                  <a:srgbClr val="1E3A5F"/>
                </a:solidFill>
                <a:latin typeface="Inter"/>
                <a:ea typeface="Inter"/>
                <a:cs typeface="Noto Sans Devanagari"/>
              </a:rPr>
              <a:t>डिजिटल ठगी </a:t>
            </a:r>
            <a:r>
              <a:rPr lang="hi-IN" sz="3000" b="1">
                <a:solidFill>
                  <a:srgbClr val="1E3A5F"/>
                </a:solidFill>
                <a:latin typeface="Inter"/>
                <a:ea typeface="Inter"/>
                <a:cs typeface="Noto Sans Devanagari"/>
              </a:rPr>
              <a:t>कैसे</a:t>
            </a:r>
            <a:r>
              <a:rPr lang="hi-IN" sz="3000" b="1">
                <a:solidFill>
                  <a:srgbClr val="1E3A5F"/>
                </a:solidFill>
                <a:latin typeface="Inter"/>
                <a:ea typeface="Inter"/>
                <a:cs typeface="Noto Sans Devanagari"/>
              </a:rPr>
              <a:t> होती है?</a:t>
            </a:r>
          </a:p>
        </p:txBody>
      </p:sp>
      <p:sp>
        <p:nvSpPr>
          <p:cNvPr id="7" name="Subtitle"/>
          <p:cNvSpPr txBox="1"/>
          <p:nvPr/>
        </p:nvSpPr>
        <p:spPr>
          <a:xfrm>
            <a:off x="713232" y="822960"/>
            <a:ext cx="10881360" cy="411480"/>
          </a:xfrm>
          <a:prstGeom prst="rect">
            <a:avLst/>
          </a:prstGeom>
          <a:noFill/>
        </p:spPr>
        <p:txBody>
          <a:bodyPr wrap="square" lIns="54864" tIns="27432" rIns="54864" bIns="27432" anchor="t">
            <a:spAutoFit/>
          </a:bodyPr>
          <a:lstStyle/>
          <a:p>
            <a:pPr algn="l"/>
            <a:r>
              <a:rPr lang="hi-IN" sz="1400" b="0">
                <a:solidFill>
                  <a:srgbClr val="3E4C5A"/>
                </a:solidFill>
                <a:latin typeface="Inter"/>
                <a:ea typeface="Inter"/>
                <a:cs typeface="Noto Sans Devanagari"/>
              </a:rPr>
              <a:t>हर ठगी इसी पैटर्न पर चलती है: संपर्क, डर/लालच, जल्दबाज़ी, जानकारी की चोरी, नुकसान।</a:t>
            </a:r>
          </a:p>
        </p:txBody>
      </p:sp>
      <p:sp>
        <p:nvSpPr>
          <p:cNvPr id="8" name="SlideNo"/>
          <p:cNvSpPr txBox="1"/>
          <p:nvPr/>
        </p:nvSpPr>
        <p:spPr>
          <a:xfrm>
            <a:off x="10625328" y="6510528"/>
            <a:ext cx="1417320" cy="274320"/>
          </a:xfrm>
          <a:prstGeom prst="rect">
            <a:avLst/>
          </a:prstGeom>
          <a:noFill/>
        </p:spPr>
        <p:txBody>
          <a:bodyPr wrap="square" lIns="0" tIns="0" rIns="0" bIns="0" anchor="t">
            <a:spAutoFit/>
          </a:bodyPr>
          <a:lstStyle/>
          <a:p>
            <a:pPr algn="r"/>
            <a:r>
              <a:rPr lang="hi-IN" sz="1000" b="1">
                <a:solidFill>
                  <a:srgbClr val="3E4C5A"/>
                </a:solidFill>
                <a:latin typeface="Inter"/>
                <a:ea typeface="Inter"/>
                <a:cs typeface="Noto Sans Devanagari"/>
              </a:rPr>
              <a:t>05 / 9</a:t>
            </a:r>
          </a:p>
        </p:txBody>
      </p:sp>
      <p:sp>
        <p:nvSpPr>
          <p:cNvPr id="9" name="Rounded Rectangle 8"/>
          <p:cNvSpPr/>
          <p:nvPr/>
        </p:nvSpPr>
        <p:spPr>
          <a:xfrm>
            <a:off x="548640" y="1371600"/>
            <a:ext cx="7772400" cy="4572000"/>
          </a:xfrm>
          <a:prstGeom prst="roundRect">
            <a:avLst>
              <a:gd name="adj" fmla="val 2800"/>
            </a:avLst>
          </a:prstGeom>
          <a:solidFill>
            <a:srgbClr val="FFFFFF"/>
          </a:solidFill>
          <a:ln w="9525">
            <a:solidFill>
              <a:srgbClr val="D3DEE9"/>
            </a:solidFill>
          </a:ln>
          <a:effectLst/>
        </p:spPr>
        <p:txBody>
          <a:bodyPr rtlCol="0" anchor="ctr"/>
          <a:lstStyle/>
          <a:p>
            <a:pPr algn="ctr"/>
          </a:p>
        </p:txBody>
      </p:sp>
      <p:pic>
        <p:nvPicPr>
          <p:cNvPr id="26" name="Ecosystem - Background" descr="Ecosystem - Background"/>
          <p:cNvPicPr>
            <a:picLocks noChangeAspect="1"/>
          </p:cNvPicPr>
          <p:nvPr/>
        </p:nvPicPr>
        <p:blipFill>
          <a:blip r:embed="rIdEco1"/>
          <a:stretch>
            <a:fillRect/>
          </a:stretch>
        </p:blipFill>
        <p:spPr>
          <a:xfrm>
            <a:off x="727391" y="1481328"/>
            <a:ext cx="7414896" cy="4352544"/>
          </a:xfrm>
          <a:prstGeom prst="rect">
            <a:avLst/>
          </a:prstGeom>
        </p:spPr>
      </p:pic>
      <p:pic>
        <p:nvPicPr>
          <p:cNvPr id="27" name="Ecosystem - 1 Fraudster" descr="Ecosystem - 1 Fraudster"/>
          <p:cNvPicPr>
            <a:picLocks noChangeAspect="1"/>
          </p:cNvPicPr>
          <p:nvPr/>
        </p:nvPicPr>
        <p:blipFill>
          <a:blip r:embed="rIdEco2"/>
          <a:stretch>
            <a:fillRect/>
          </a:stretch>
        </p:blipFill>
        <p:spPr>
          <a:xfrm>
            <a:off x="727391" y="2222818"/>
            <a:ext cx="1557128" cy="2446915"/>
          </a:xfrm>
          <a:prstGeom prst="rect">
            <a:avLst/>
          </a:prstGeom>
        </p:spPr>
      </p:pic>
      <p:pic>
        <p:nvPicPr>
          <p:cNvPr id="28" name="Ecosystem - 2 Contact" descr="Ecosystem - 2 Contact"/>
          <p:cNvPicPr>
            <a:picLocks noChangeAspect="1"/>
          </p:cNvPicPr>
          <p:nvPr/>
        </p:nvPicPr>
        <p:blipFill>
          <a:blip r:embed="rIdEco3"/>
          <a:stretch>
            <a:fillRect/>
          </a:stretch>
        </p:blipFill>
        <p:spPr>
          <a:xfrm>
            <a:off x="2247445" y="2222818"/>
            <a:ext cx="1431075" cy="2446915"/>
          </a:xfrm>
          <a:prstGeom prst="rect">
            <a:avLst/>
          </a:prstGeom>
        </p:spPr>
      </p:pic>
      <p:pic>
        <p:nvPicPr>
          <p:cNvPr id="29" name="Ecosystem - 3 Hook" descr="Ecosystem - 3 Hook"/>
          <p:cNvPicPr>
            <a:picLocks noChangeAspect="1"/>
          </p:cNvPicPr>
          <p:nvPr/>
        </p:nvPicPr>
        <p:blipFill>
          <a:blip r:embed="rIdEco4"/>
          <a:stretch>
            <a:fillRect/>
          </a:stretch>
        </p:blipFill>
        <p:spPr>
          <a:xfrm>
            <a:off x="3641445" y="2222818"/>
            <a:ext cx="1423660" cy="2446915"/>
          </a:xfrm>
          <a:prstGeom prst="rect">
            <a:avLst/>
          </a:prstGeom>
        </p:spPr>
      </p:pic>
      <p:pic>
        <p:nvPicPr>
          <p:cNvPr id="30" name="Ecosystem - 4 Info Theft" descr="Ecosystem - 4 Info Theft"/>
          <p:cNvPicPr>
            <a:picLocks noChangeAspect="1"/>
          </p:cNvPicPr>
          <p:nvPr/>
        </p:nvPicPr>
        <p:blipFill>
          <a:blip r:embed="rIdEco5"/>
          <a:stretch>
            <a:fillRect/>
          </a:stretch>
        </p:blipFill>
        <p:spPr>
          <a:xfrm>
            <a:off x="5028031" y="2222818"/>
            <a:ext cx="1427367" cy="2446915"/>
          </a:xfrm>
          <a:prstGeom prst="rect">
            <a:avLst/>
          </a:prstGeom>
        </p:spPr>
      </p:pic>
      <p:pic>
        <p:nvPicPr>
          <p:cNvPr id="31" name="Ecosystem - 5 Financial Loss" descr="Ecosystem - 5 Financial Loss"/>
          <p:cNvPicPr>
            <a:picLocks noChangeAspect="1"/>
          </p:cNvPicPr>
          <p:nvPr/>
        </p:nvPicPr>
        <p:blipFill>
          <a:blip r:embed="rIdEco6"/>
          <a:stretch>
            <a:fillRect/>
          </a:stretch>
        </p:blipFill>
        <p:spPr>
          <a:xfrm>
            <a:off x="6418324" y="2222818"/>
            <a:ext cx="1723963" cy="2446915"/>
          </a:xfrm>
          <a:prstGeom prst="rect">
            <a:avLst/>
          </a:prstGeom>
        </p:spPr>
      </p:pic>
      <p:pic>
        <p:nvPicPr>
          <p:cNvPr id="32" name="Ecosystem - Report 1930" descr="Ecosystem - Report 1930"/>
          <p:cNvPicPr>
            <a:picLocks noChangeAspect="1"/>
          </p:cNvPicPr>
          <p:nvPr/>
        </p:nvPicPr>
        <p:blipFill>
          <a:blip r:embed="rId3"/>
          <a:srcRect t="73083"/>
          <a:stretch>
            <a:fillRect/>
          </a:stretch>
        </p:blipFill>
        <p:spPr>
          <a:xfrm>
            <a:off x="727391" y="4662318"/>
            <a:ext cx="7414896" cy="1171554"/>
          </a:xfrm>
          <a:prstGeom prst="rect">
            <a:avLst/>
          </a:prstGeom>
        </p:spPr>
      </p:pic>
      <p:sp>
        <p:nvSpPr>
          <p:cNvPr id="11" name="TextBox 10"/>
          <p:cNvSpPr txBox="1"/>
          <p:nvPr/>
        </p:nvSpPr>
        <p:spPr>
          <a:xfrm>
            <a:off x="548640" y="6035040"/>
            <a:ext cx="7772400" cy="274320"/>
          </a:xfrm>
          <a:prstGeom prst="rect">
            <a:avLst/>
          </a:prstGeom>
          <a:noFill/>
        </p:spPr>
        <p:txBody>
          <a:bodyPr wrap="square" lIns="54864" tIns="27432" rIns="54864" bIns="27432" anchor="t">
            <a:spAutoFit/>
          </a:bodyPr>
          <a:lstStyle/>
          <a:p>
            <a:pPr algn="l"/>
            <a:r>
              <a:rPr lang="hi-IN" sz="1000" b="0">
                <a:solidFill>
                  <a:srgbClr val="3E4C5A"/>
                </a:solidFill>
                <a:latin typeface="Inter"/>
                <a:ea typeface="Inter"/>
                <a:cs typeface="Noto Sans Devanagari"/>
              </a:rPr>
              <a:t>स्रोत: RBI Annual Report FY24, TRAI, I4C / MHA</a:t>
            </a:r>
          </a:p>
        </p:txBody>
      </p:sp>
      <p:sp>
        <p:nvSpPr>
          <p:cNvPr id="12" name="TextBox 11"/>
          <p:cNvSpPr txBox="1"/>
          <p:nvPr/>
        </p:nvSpPr>
        <p:spPr>
          <a:xfrm>
            <a:off x="8549640" y="1325880"/>
            <a:ext cx="3108960" cy="365760"/>
          </a:xfrm>
          <a:prstGeom prst="rect">
            <a:avLst/>
          </a:prstGeom>
          <a:noFill/>
        </p:spPr>
        <p:txBody>
          <a:bodyPr wrap="square" lIns="54864" tIns="27432" rIns="54864" bIns="27432" anchor="t">
            <a:spAutoFit/>
          </a:bodyPr>
          <a:lstStyle/>
          <a:p>
            <a:pPr algn="l"/>
            <a:r>
              <a:rPr lang="hi-IN" sz="1600" b="1">
                <a:solidFill>
                  <a:srgbClr val="1E3A5F"/>
                </a:solidFill>
                <a:latin typeface="Inter"/>
                <a:ea typeface="Inter"/>
                <a:cs typeface="Noto Sans Devanagari"/>
              </a:rPr>
              <a:t>तीन लाल निशान</a:t>
            </a:r>
          </a:p>
        </p:txBody>
      </p:sp>
      <p:sp>
        <p:nvSpPr>
          <p:cNvPr id="13" name="Rounded Rectangle 12"/>
          <p:cNvSpPr/>
          <p:nvPr/>
        </p:nvSpPr>
        <p:spPr>
          <a:xfrm>
            <a:off x="8549640" y="1783080"/>
            <a:ext cx="3108960" cy="1261872"/>
          </a:xfrm>
          <a:prstGeom prst="roundRect">
            <a:avLst>
              <a:gd name="adj" fmla="val 10144"/>
            </a:avLst>
          </a:prstGeom>
          <a:solidFill>
            <a:srgbClr val="F1F5FA"/>
          </a:solidFill>
          <a:ln w="9525">
            <a:solidFill>
              <a:srgbClr val="D3DEE9"/>
            </a:solidFill>
          </a:ln>
          <a:effectLst/>
        </p:spPr>
        <p:txBody>
          <a:bodyPr rtlCol="0" anchor="ctr"/>
          <a:lstStyle/>
          <a:p>
            <a:pPr algn="ctr"/>
          </a:p>
        </p:txBody>
      </p:sp>
      <p:sp>
        <p:nvSpPr>
          <p:cNvPr id="14" name="Rounded Rectangle 13"/>
          <p:cNvSpPr/>
          <p:nvPr/>
        </p:nvSpPr>
        <p:spPr>
          <a:xfrm>
            <a:off x="8549640" y="1892807"/>
            <a:ext cx="64008" cy="1042415"/>
          </a:xfrm>
          <a:prstGeom prst="roundRect">
            <a:avLst>
              <a:gd name="adj" fmla="val 42857"/>
            </a:avLst>
          </a:prstGeom>
          <a:solidFill>
            <a:srgbClr val="1E3A5F"/>
          </a:solidFill>
          <a:ln>
            <a:noFill/>
          </a:ln>
          <a:effectLst/>
        </p:spPr>
        <p:txBody>
          <a:bodyPr rtlCol="0" anchor="ctr"/>
          <a:lstStyle/>
          <a:p>
            <a:pPr algn="ctr"/>
          </a:p>
        </p:txBody>
      </p:sp>
      <p:sp>
        <p:nvSpPr>
          <p:cNvPr id="15" name="TextBox 14"/>
          <p:cNvSpPr txBox="1"/>
          <p:nvPr/>
        </p:nvSpPr>
        <p:spPr>
          <a:xfrm>
            <a:off x="8732520" y="1874519"/>
            <a:ext cx="2834640" cy="640080"/>
          </a:xfrm>
          <a:prstGeom prst="rect">
            <a:avLst/>
          </a:prstGeom>
          <a:noFill/>
        </p:spPr>
        <p:txBody>
          <a:bodyPr wrap="square" lIns="54864" tIns="27432" rIns="54864" bIns="27432" anchor="t">
            <a:spAutoFit/>
          </a:bodyPr>
          <a:lstStyle/>
          <a:p>
            <a:pPr algn="l"/>
            <a:r>
              <a:rPr lang="hi-IN" sz="1500" b="1">
                <a:solidFill>
                  <a:srgbClr val="1E3A5F"/>
                </a:solidFill>
                <a:latin typeface="Inter"/>
                <a:ea typeface="Inter"/>
                <a:cs typeface="Noto Sans Devanagari"/>
              </a:rPr>
              <a:t>जल्दबाज़ी का दबाव</a:t>
            </a:r>
          </a:p>
        </p:txBody>
      </p:sp>
      <p:sp>
        <p:nvSpPr>
          <p:cNvPr id="16" name="TextBox 15"/>
          <p:cNvSpPr txBox="1"/>
          <p:nvPr/>
        </p:nvSpPr>
        <p:spPr>
          <a:xfrm>
            <a:off x="8732520" y="2532888"/>
            <a:ext cx="2834640" cy="457200"/>
          </a:xfrm>
          <a:prstGeom prst="rect">
            <a:avLst/>
          </a:prstGeom>
          <a:noFill/>
        </p:spPr>
        <p:txBody>
          <a:bodyPr wrap="square" lIns="54864" tIns="27432" rIns="54864" bIns="27432" anchor="t">
            <a:spAutoFit/>
          </a:bodyPr>
          <a:lstStyle/>
          <a:p>
            <a:pPr algn="l"/>
            <a:r>
              <a:rPr lang="hi-IN" sz="1250" b="1">
                <a:solidFill>
                  <a:srgbClr val="1E3A5F"/>
                </a:solidFill>
                <a:latin typeface="Inter"/>
                <a:ea typeface="Inter"/>
                <a:cs typeface="Noto Sans Devanagari"/>
              </a:rPr>
              <a:t>"अभी करो वरना खाता बंद"</a:t>
            </a:r>
          </a:p>
        </p:txBody>
      </p:sp>
      <p:sp>
        <p:nvSpPr>
          <p:cNvPr id="17" name="Rounded Rectangle 16"/>
          <p:cNvSpPr/>
          <p:nvPr/>
        </p:nvSpPr>
        <p:spPr>
          <a:xfrm>
            <a:off x="8549640" y="3154680"/>
            <a:ext cx="3108960" cy="1261872"/>
          </a:xfrm>
          <a:prstGeom prst="roundRect">
            <a:avLst>
              <a:gd name="adj" fmla="val 10144"/>
            </a:avLst>
          </a:prstGeom>
          <a:solidFill>
            <a:srgbClr val="F1F5FA"/>
          </a:solidFill>
          <a:ln w="9525">
            <a:solidFill>
              <a:srgbClr val="D3DEE9"/>
            </a:solidFill>
          </a:ln>
          <a:effectLst/>
        </p:spPr>
        <p:txBody>
          <a:bodyPr rtlCol="0" anchor="ctr"/>
          <a:lstStyle/>
          <a:p>
            <a:pPr algn="ctr"/>
          </a:p>
        </p:txBody>
      </p:sp>
      <p:sp>
        <p:nvSpPr>
          <p:cNvPr id="18" name="Rounded Rectangle 17"/>
          <p:cNvSpPr/>
          <p:nvPr/>
        </p:nvSpPr>
        <p:spPr>
          <a:xfrm>
            <a:off x="8549640" y="3264408"/>
            <a:ext cx="64008" cy="1042415"/>
          </a:xfrm>
          <a:prstGeom prst="roundRect">
            <a:avLst>
              <a:gd name="adj" fmla="val 42857"/>
            </a:avLst>
          </a:prstGeom>
          <a:solidFill>
            <a:srgbClr val="1E3A5F"/>
          </a:solidFill>
          <a:ln>
            <a:noFill/>
          </a:ln>
          <a:effectLst/>
        </p:spPr>
        <p:txBody>
          <a:bodyPr rtlCol="0" anchor="ctr"/>
          <a:lstStyle/>
          <a:p>
            <a:pPr algn="ctr"/>
          </a:p>
        </p:txBody>
      </p:sp>
      <p:sp>
        <p:nvSpPr>
          <p:cNvPr id="19" name="TextBox 18"/>
          <p:cNvSpPr txBox="1"/>
          <p:nvPr/>
        </p:nvSpPr>
        <p:spPr>
          <a:xfrm>
            <a:off x="8732520" y="3246120"/>
            <a:ext cx="2834640" cy="640080"/>
          </a:xfrm>
          <a:prstGeom prst="rect">
            <a:avLst/>
          </a:prstGeom>
          <a:noFill/>
        </p:spPr>
        <p:txBody>
          <a:bodyPr wrap="square" lIns="54864" tIns="27432" rIns="54864" bIns="27432" anchor="t">
            <a:spAutoFit/>
          </a:bodyPr>
          <a:lstStyle/>
          <a:p>
            <a:pPr algn="l"/>
            <a:r>
              <a:rPr lang="hi-IN" sz="1500" b="1">
                <a:solidFill>
                  <a:srgbClr val="1E3A5F"/>
                </a:solidFill>
                <a:latin typeface="Inter"/>
                <a:ea typeface="Inter"/>
                <a:cs typeface="Noto Sans Devanagari"/>
              </a:rPr>
              <a:t>OTP / PIN / पासवर्ड की माँग</a:t>
            </a:r>
          </a:p>
        </p:txBody>
      </p:sp>
      <p:sp>
        <p:nvSpPr>
          <p:cNvPr id="20" name="TextBox 19"/>
          <p:cNvSpPr txBox="1"/>
          <p:nvPr/>
        </p:nvSpPr>
        <p:spPr>
          <a:xfrm>
            <a:off x="8732520" y="3904488"/>
            <a:ext cx="2834640" cy="457200"/>
          </a:xfrm>
          <a:prstGeom prst="rect">
            <a:avLst/>
          </a:prstGeom>
          <a:noFill/>
        </p:spPr>
        <p:txBody>
          <a:bodyPr wrap="square" lIns="54864" tIns="27432" rIns="54864" bIns="27432" anchor="t">
            <a:spAutoFit/>
          </a:bodyPr>
          <a:lstStyle/>
          <a:p>
            <a:pPr algn="l"/>
            <a:r>
              <a:rPr lang="hi-IN" sz="1250" b="1">
                <a:solidFill>
                  <a:srgbClr val="1E3A5F"/>
                </a:solidFill>
                <a:latin typeface="Inter"/>
                <a:ea typeface="Inter"/>
                <a:cs typeface="Noto Sans Devanagari"/>
              </a:rPr>
              <a:t>फोन पर माँगे, तो ठग है</a:t>
            </a:r>
          </a:p>
        </p:txBody>
      </p:sp>
      <p:sp>
        <p:nvSpPr>
          <p:cNvPr id="21" name="Rounded Rectangle 20"/>
          <p:cNvSpPr/>
          <p:nvPr/>
        </p:nvSpPr>
        <p:spPr>
          <a:xfrm>
            <a:off x="8549640" y="4526280"/>
            <a:ext cx="3108960" cy="1261872"/>
          </a:xfrm>
          <a:prstGeom prst="roundRect">
            <a:avLst>
              <a:gd name="adj" fmla="val 10144"/>
            </a:avLst>
          </a:prstGeom>
          <a:solidFill>
            <a:srgbClr val="F1F5FA"/>
          </a:solidFill>
          <a:ln w="9525">
            <a:solidFill>
              <a:srgbClr val="D3DEE9"/>
            </a:solidFill>
          </a:ln>
          <a:effectLst/>
        </p:spPr>
        <p:txBody>
          <a:bodyPr rtlCol="0" anchor="ctr"/>
          <a:lstStyle/>
          <a:p>
            <a:pPr algn="ctr"/>
          </a:p>
        </p:txBody>
      </p:sp>
      <p:sp>
        <p:nvSpPr>
          <p:cNvPr id="22" name="Rounded Rectangle 21"/>
          <p:cNvSpPr/>
          <p:nvPr/>
        </p:nvSpPr>
        <p:spPr>
          <a:xfrm>
            <a:off x="8549640" y="4636008"/>
            <a:ext cx="64008" cy="1042415"/>
          </a:xfrm>
          <a:prstGeom prst="roundRect">
            <a:avLst>
              <a:gd name="adj" fmla="val 42857"/>
            </a:avLst>
          </a:prstGeom>
          <a:solidFill>
            <a:srgbClr val="1E3A5F"/>
          </a:solidFill>
          <a:ln>
            <a:noFill/>
          </a:ln>
          <a:effectLst/>
        </p:spPr>
        <p:txBody>
          <a:bodyPr rtlCol="0" anchor="ctr"/>
          <a:lstStyle/>
          <a:p>
            <a:pPr algn="ctr"/>
          </a:p>
        </p:txBody>
      </p:sp>
      <p:sp>
        <p:nvSpPr>
          <p:cNvPr id="23" name="TextBox 22"/>
          <p:cNvSpPr txBox="1"/>
          <p:nvPr/>
        </p:nvSpPr>
        <p:spPr>
          <a:xfrm>
            <a:off x="8732520" y="4617720"/>
            <a:ext cx="2834640" cy="640080"/>
          </a:xfrm>
          <a:prstGeom prst="rect">
            <a:avLst/>
          </a:prstGeom>
          <a:noFill/>
        </p:spPr>
        <p:txBody>
          <a:bodyPr wrap="square" lIns="54864" tIns="27432" rIns="54864" bIns="27432" anchor="t">
            <a:spAutoFit/>
          </a:bodyPr>
          <a:lstStyle/>
          <a:p>
            <a:pPr algn="l"/>
            <a:r>
              <a:rPr lang="hi-IN" sz="1500" b="1">
                <a:solidFill>
                  <a:srgbClr val="1E3A5F"/>
                </a:solidFill>
                <a:latin typeface="Inter"/>
                <a:ea typeface="Inter"/>
                <a:cs typeface="Noto Sans Devanagari"/>
              </a:rPr>
              <a:t>अनजान APK / AnyDesk / QR</a:t>
            </a:r>
          </a:p>
        </p:txBody>
      </p:sp>
      <p:sp>
        <p:nvSpPr>
          <p:cNvPr id="24" name="TextBox 23"/>
          <p:cNvSpPr txBox="1"/>
          <p:nvPr/>
        </p:nvSpPr>
        <p:spPr>
          <a:xfrm>
            <a:off x="8732520" y="5276088"/>
            <a:ext cx="2834640" cy="457200"/>
          </a:xfrm>
          <a:prstGeom prst="rect">
            <a:avLst/>
          </a:prstGeom>
          <a:noFill/>
        </p:spPr>
        <p:txBody>
          <a:bodyPr wrap="square" lIns="54864" tIns="27432" rIns="54864" bIns="27432" anchor="t">
            <a:spAutoFit/>
          </a:bodyPr>
          <a:lstStyle/>
          <a:p>
            <a:pPr algn="l"/>
            <a:r>
              <a:rPr lang="hi-IN" sz="1250" b="1">
                <a:solidFill>
                  <a:srgbClr val="1E3A5F"/>
                </a:solidFill>
                <a:latin typeface="Inter"/>
                <a:ea typeface="Inter"/>
                <a:cs typeface="Noto Sans Devanagari"/>
              </a:rPr>
              <a:t>इंस्टॉल या स्कैन मत कीजिए</a:t>
            </a:r>
          </a:p>
        </p:txBody>
      </p:sp>
      <p:pic>
        <p:nvPicPr>
          <p:cNvPr id="25" name="Eagle Logo" descr="eagle"/>
          <p:cNvPicPr>
            <a:picLocks noChangeAspect="1"/>
          </p:cNvPicPr>
          <p:nvPr/>
        </p:nvPicPr>
        <p:blipFill>
          <a:blip r:embed="rId100"/>
          <a:stretch>
            <a:fillRect/>
          </a:stretch>
        </p:blipFill>
        <p:spPr>
          <a:xfrm>
            <a:off x="11625072" y="240000"/>
            <a:ext cx="475488" cy="4754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500"/>
                                        <p:tgtEl>
                                          <p:spTgt spid="3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fade">
                                      <p:cBhvr>
                                        <p:cTn id="88" dur="500"/>
                                        <p:tgtEl>
                                          <p:spTgt spid="2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7" grpId="0"/>
      <p:bldP spid="12" grpId="0"/>
      <p:bldP spid="13" grpId="0" animBg="1"/>
      <p:bldP spid="14" grpId="0" animBg="1"/>
      <p:bldP spid="15" grpId="0"/>
      <p:bldP spid="16" grpId="0"/>
      <p:bldP spid="17" grpId="0" animBg="1"/>
      <p:bldP spid="18" grpId="0" animBg="1"/>
      <p:bldP spid="19" grpId="0"/>
      <p:bldP spid="20" grpId="0"/>
      <p:bldP spid="21" grpId="0" animBg="1"/>
      <p:bldP spid="22" grpId="0" animBg="1"/>
      <p:bldP spid="23" grpId="0"/>
      <p:bldP spid="24" grpId="0"/>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ipL"/>
          <p:cNvSpPr/>
          <p:nvPr/>
        </p:nvSpPr>
        <p:spPr>
          <a:xfrm>
            <a:off x="0" y="0"/>
            <a:ext cx="4063898" cy="64008"/>
          </a:xfrm>
          <a:prstGeom prst="rect">
            <a:avLst/>
          </a:prstGeom>
          <a:solidFill>
            <a:srgbClr val="1E3A5F"/>
          </a:solidFill>
          <a:ln>
            <a:noFill/>
          </a:ln>
          <a:effectLst/>
        </p:spPr>
        <p:txBody>
          <a:bodyPr rtlCol="0" anchor="ctr"/>
          <a:lstStyle/>
          <a:p>
            <a:pPr algn="ctr"/>
          </a:p>
        </p:txBody>
      </p:sp>
      <p:sp>
        <p:nvSpPr>
          <p:cNvPr id="3" name="StripM"/>
          <p:cNvSpPr/>
          <p:nvPr/>
        </p:nvSpPr>
        <p:spPr>
          <a:xfrm>
            <a:off x="4063898" y="0"/>
            <a:ext cx="4063898" cy="64008"/>
          </a:xfrm>
          <a:prstGeom prst="rect">
            <a:avLst/>
          </a:prstGeom>
          <a:solidFill>
            <a:srgbClr val="1E3A5F"/>
          </a:solidFill>
          <a:ln>
            <a:noFill/>
          </a:ln>
          <a:effectLst/>
        </p:spPr>
        <p:txBody>
          <a:bodyPr rtlCol="0" anchor="ctr"/>
          <a:lstStyle/>
          <a:p>
            <a:pPr algn="ctr"/>
          </a:p>
        </p:txBody>
      </p:sp>
      <p:sp>
        <p:nvSpPr>
          <p:cNvPr id="4" name="StripR"/>
          <p:cNvSpPr/>
          <p:nvPr/>
        </p:nvSpPr>
        <p:spPr>
          <a:xfrm>
            <a:off x="8127796" y="0"/>
            <a:ext cx="4063898" cy="64008"/>
          </a:xfrm>
          <a:prstGeom prst="rect">
            <a:avLst/>
          </a:prstGeom>
          <a:solidFill>
            <a:srgbClr val="C0912B"/>
          </a:solidFill>
          <a:ln>
            <a:noFill/>
          </a:ln>
          <a:effectLst/>
        </p:spPr>
        <p:txBody>
          <a:bodyPr rtlCol="0" anchor="ctr"/>
          <a:lstStyle/>
          <a:p>
            <a:pPr algn="ctr"/>
          </a:p>
        </p:txBody>
      </p:sp>
      <p:pic>
        <p:nvPicPr>
          <p:cNvPr id="5" name="BSF Logo" descr="image.png"/>
          <p:cNvPicPr>
            <a:picLocks noChangeAspect="1"/>
          </p:cNvPicPr>
          <p:nvPr/>
        </p:nvPicPr>
        <p:blipFill>
          <a:blip r:embed="rId2"/>
          <a:stretch>
            <a:fillRect/>
          </a:stretch>
        </p:blipFill>
        <p:spPr>
          <a:xfrm>
            <a:off x="91440" y="240000"/>
            <a:ext cx="475488" cy="475488"/>
          </a:xfrm>
          <a:prstGeom prst="rect">
            <a:avLst/>
          </a:prstGeom>
        </p:spPr>
      </p:pic>
      <p:sp>
        <p:nvSpPr>
          <p:cNvPr id="6" name="Title"/>
          <p:cNvSpPr txBox="1"/>
          <p:nvPr/>
        </p:nvSpPr>
        <p:spPr>
          <a:xfrm>
            <a:off x="713232" y="182880"/>
            <a:ext cx="10424160" cy="640080"/>
          </a:xfrm>
          <a:prstGeom prst="rect">
            <a:avLst/>
          </a:prstGeom>
          <a:noFill/>
        </p:spPr>
        <p:txBody>
          <a:bodyPr wrap="square" lIns="54864" tIns="27432" rIns="54864" bIns="27432" anchor="ctr">
            <a:spAutoFit/>
          </a:bodyPr>
          <a:lstStyle/>
          <a:p>
            <a:pPr algn="l"/>
            <a:r>
              <a:rPr lang="hi-IN" sz="3000" b="1">
                <a:solidFill>
                  <a:srgbClr val="1E3A5F"/>
                </a:solidFill>
                <a:latin typeface="Inter"/>
                <a:ea typeface="Inter"/>
                <a:cs typeface="Noto Sans Devanagari"/>
              </a:rPr>
              <a:t>वर्दीधारी जवानों के लिए </a:t>
            </a:r>
            <a:r>
              <a:rPr lang="hi-IN" sz="3000" b="1">
                <a:solidFill>
                  <a:srgbClr val="1E3A5F"/>
                </a:solidFill>
                <a:latin typeface="Inter"/>
                <a:ea typeface="Inter"/>
                <a:cs typeface="Noto Sans Devanagari"/>
              </a:rPr>
              <a:t>विशेष जोखिम</a:t>
            </a:r>
          </a:p>
        </p:txBody>
      </p:sp>
      <p:sp>
        <p:nvSpPr>
          <p:cNvPr id="7" name="Subtitle"/>
          <p:cNvSpPr txBox="1"/>
          <p:nvPr/>
        </p:nvSpPr>
        <p:spPr>
          <a:xfrm>
            <a:off x="713232" y="822960"/>
            <a:ext cx="10881360" cy="411480"/>
          </a:xfrm>
          <a:prstGeom prst="rect">
            <a:avLst/>
          </a:prstGeom>
          <a:noFill/>
        </p:spPr>
        <p:txBody>
          <a:bodyPr wrap="square" lIns="54864" tIns="27432" rIns="54864" bIns="27432" anchor="t">
            <a:spAutoFit/>
          </a:bodyPr>
          <a:lstStyle/>
          <a:p>
            <a:pPr algn="l"/>
            <a:r>
              <a:rPr lang="hi-IN" sz="1400" b="0">
                <a:solidFill>
                  <a:srgbClr val="3E4C5A"/>
                </a:solidFill>
                <a:latin typeface="Inter"/>
                <a:ea typeface="Inter"/>
                <a:cs typeface="Noto Sans Devanagari"/>
              </a:rPr>
              <a:t>वर्दी पर भरोसा ज़्यादा है, इसीलिए ठग वर्दी के नाम का दुरुपयोग करते हैं।</a:t>
            </a:r>
          </a:p>
        </p:txBody>
      </p:sp>
      <p:sp>
        <p:nvSpPr>
          <p:cNvPr id="8" name="SlideNo"/>
          <p:cNvSpPr txBox="1"/>
          <p:nvPr/>
        </p:nvSpPr>
        <p:spPr>
          <a:xfrm>
            <a:off x="10625328" y="6510528"/>
            <a:ext cx="1417320" cy="274320"/>
          </a:xfrm>
          <a:prstGeom prst="rect">
            <a:avLst/>
          </a:prstGeom>
          <a:noFill/>
        </p:spPr>
        <p:txBody>
          <a:bodyPr wrap="square" lIns="0" tIns="0" rIns="0" bIns="0" anchor="t">
            <a:spAutoFit/>
          </a:bodyPr>
          <a:lstStyle/>
          <a:p>
            <a:pPr algn="r"/>
            <a:r>
              <a:rPr lang="hi-IN" sz="1000" b="1">
                <a:solidFill>
                  <a:srgbClr val="3E4C5A"/>
                </a:solidFill>
                <a:latin typeface="Inter"/>
                <a:ea typeface="Inter"/>
                <a:cs typeface="Noto Sans Devanagari"/>
              </a:rPr>
              <a:t>06 / 9</a:t>
            </a:r>
          </a:p>
        </p:txBody>
      </p:sp>
      <p:sp>
        <p:nvSpPr>
          <p:cNvPr id="9" name="Rounded Rectangle 8"/>
          <p:cNvSpPr/>
          <p:nvPr/>
        </p:nvSpPr>
        <p:spPr>
          <a:xfrm>
            <a:off x="548640" y="1371600"/>
            <a:ext cx="4754880" cy="4983480"/>
          </a:xfrm>
          <a:prstGeom prst="roundRect">
            <a:avLst>
              <a:gd name="adj" fmla="val 2692"/>
            </a:avLst>
          </a:prstGeom>
          <a:solidFill>
            <a:srgbClr val="FFFFFF"/>
          </a:solidFill>
          <a:ln w="9525">
            <a:solidFill>
              <a:srgbClr val="D3DEE9"/>
            </a:solidFill>
          </a:ln>
          <a:effectLst/>
        </p:spPr>
        <p:txBody>
          <a:bodyPr rtlCol="0" anchor="ctr"/>
          <a:lstStyle/>
          <a:p>
            <a:pPr algn="ctr"/>
          </a:p>
        </p:txBody>
      </p:sp>
      <p:pic>
        <p:nvPicPr>
          <p:cNvPr id="10" name="Photo" descr="s07_3436a0a9.jpg"/>
          <p:cNvPicPr>
            <a:picLocks noChangeAspect="1"/>
          </p:cNvPicPr>
          <p:nvPr/>
        </p:nvPicPr>
        <p:blipFill>
          <a:blip r:embed="rId3"/>
          <a:stretch>
            <a:fillRect/>
          </a:stretch>
        </p:blipFill>
        <p:spPr>
          <a:xfrm>
            <a:off x="855982" y="1481328"/>
            <a:ext cx="4140194" cy="3566160"/>
          </a:xfrm>
          <a:prstGeom prst="rect">
            <a:avLst/>
          </a:prstGeom>
        </p:spPr>
      </p:pic>
      <p:sp>
        <p:nvSpPr>
          <p:cNvPr id="11" name="TextBox 10"/>
          <p:cNvSpPr txBox="1"/>
          <p:nvPr/>
        </p:nvSpPr>
        <p:spPr>
          <a:xfrm>
            <a:off x="685800" y="5120640"/>
            <a:ext cx="4480560" cy="365760"/>
          </a:xfrm>
          <a:prstGeom prst="rect">
            <a:avLst/>
          </a:prstGeom>
          <a:noFill/>
        </p:spPr>
        <p:txBody>
          <a:bodyPr wrap="square" lIns="54864" tIns="27432" rIns="54864" bIns="27432" anchor="t">
            <a:spAutoFit/>
          </a:bodyPr>
          <a:lstStyle/>
          <a:p>
            <a:pPr algn="l"/>
            <a:r>
              <a:rPr lang="hi-IN" sz="1450" b="1">
                <a:solidFill>
                  <a:srgbClr val="1E3A5F"/>
                </a:solidFill>
                <a:latin typeface="Inter"/>
                <a:ea typeface="Inter"/>
                <a:cs typeface="Noto Sans Devanagari"/>
              </a:rPr>
              <a:t>जोखिम ज़्यादा क्यों?</a:t>
            </a:r>
          </a:p>
        </p:txBody>
      </p:sp>
      <p:sp>
        <p:nvSpPr>
          <p:cNvPr id="12" name="TextBox 11"/>
          <p:cNvSpPr txBox="1"/>
          <p:nvPr/>
        </p:nvSpPr>
        <p:spPr>
          <a:xfrm>
            <a:off x="685800" y="5486400"/>
            <a:ext cx="4480560" cy="822960"/>
          </a:xfrm>
          <a:prstGeom prst="rect">
            <a:avLst/>
          </a:prstGeom>
          <a:noFill/>
        </p:spPr>
        <p:txBody>
          <a:bodyPr wrap="square" lIns="54864" tIns="27432" rIns="54864" bIns="27432" anchor="t">
            <a:spAutoFit/>
          </a:bodyPr>
          <a:lstStyle/>
          <a:p>
            <a:pPr algn="l"/>
            <a:r>
              <a:rPr lang="hi-IN" sz="1250" b="1">
                <a:solidFill>
                  <a:srgbClr val="3E4C5A"/>
                </a:solidFill>
                <a:latin typeface="Inter"/>
                <a:ea typeface="Inter"/>
                <a:cs typeface="Noto Sans Devanagari"/>
              </a:rPr>
              <a:t>घर से दूरी + तनाव + परिवार की चिंता = ठग के लिए आसान मौका।</a:t>
            </a:r>
          </a:p>
        </p:txBody>
      </p:sp>
      <p:sp>
        <p:nvSpPr>
          <p:cNvPr id="13" name="Rounded Rectangle 12"/>
          <p:cNvSpPr/>
          <p:nvPr/>
        </p:nvSpPr>
        <p:spPr>
          <a:xfrm>
            <a:off x="5532120" y="1371600"/>
            <a:ext cx="6126480" cy="804672"/>
          </a:xfrm>
          <a:prstGeom prst="roundRect">
            <a:avLst>
              <a:gd name="adj" fmla="val 15909"/>
            </a:avLst>
          </a:prstGeom>
          <a:solidFill>
            <a:srgbClr val="F1F5FA"/>
          </a:solidFill>
          <a:ln w="9525">
            <a:solidFill>
              <a:srgbClr val="D3DEE9"/>
            </a:solidFill>
          </a:ln>
          <a:effectLst/>
        </p:spPr>
        <p:txBody>
          <a:bodyPr rtlCol="0" anchor="ctr"/>
          <a:lstStyle/>
          <a:p>
            <a:pPr algn="ctr"/>
          </a:p>
        </p:txBody>
      </p:sp>
      <p:sp>
        <p:nvSpPr>
          <p:cNvPr id="14" name="Oval 13"/>
          <p:cNvSpPr/>
          <p:nvPr/>
        </p:nvSpPr>
        <p:spPr>
          <a:xfrm>
            <a:off x="5641848" y="1554480"/>
            <a:ext cx="438912" cy="438912"/>
          </a:xfrm>
          <a:prstGeom prst="ellipse">
            <a:avLst/>
          </a:prstGeom>
          <a:solidFill>
            <a:srgbClr val="1E3A5F"/>
          </a:solidFill>
          <a:ln>
            <a:noFill/>
          </a:ln>
          <a:effectLst/>
        </p:spPr>
        <p:txBody>
          <a:bodyPr rtlCol="0" anchor="ctr"/>
          <a:lstStyle/>
          <a:p>
            <a:pPr algn="ctr"/>
          </a:p>
        </p:txBody>
      </p:sp>
      <p:sp>
        <p:nvSpPr>
          <p:cNvPr id="15" name="TextBox 14"/>
          <p:cNvSpPr txBox="1"/>
          <p:nvPr/>
        </p:nvSpPr>
        <p:spPr>
          <a:xfrm>
            <a:off x="5641848" y="1554480"/>
            <a:ext cx="438912" cy="438912"/>
          </a:xfrm>
          <a:prstGeom prst="rect">
            <a:avLst/>
          </a:prstGeom>
          <a:noFill/>
        </p:spPr>
        <p:txBody>
          <a:bodyPr wrap="square" lIns="0" tIns="0" rIns="0" bIns="0" anchor="ctr">
            <a:spAutoFit/>
          </a:bodyPr>
          <a:lstStyle/>
          <a:p>
            <a:pPr algn="ctr"/>
            <a:r>
              <a:rPr lang="hi-IN" sz="1500" b="1">
                <a:solidFill>
                  <a:srgbClr val="FFFFFF"/>
                </a:solidFill>
                <a:latin typeface="Inter"/>
                <a:ea typeface="Inter"/>
                <a:cs typeface="Noto Sans Devanagari"/>
              </a:rPr>
              <a:t>1</a:t>
            </a:r>
          </a:p>
        </p:txBody>
      </p:sp>
      <p:sp>
        <p:nvSpPr>
          <p:cNvPr id="16" name="TextBox 15"/>
          <p:cNvSpPr txBox="1"/>
          <p:nvPr/>
        </p:nvSpPr>
        <p:spPr>
          <a:xfrm>
            <a:off x="6199632" y="1417320"/>
            <a:ext cx="5394960" cy="365760"/>
          </a:xfrm>
          <a:prstGeom prst="rect">
            <a:avLst/>
          </a:prstGeom>
          <a:noFill/>
        </p:spPr>
        <p:txBody>
          <a:bodyPr wrap="square" lIns="54864" tIns="27432" rIns="54864" bIns="27432" anchor="t">
            <a:spAutoFit/>
          </a:bodyPr>
          <a:lstStyle/>
          <a:p>
            <a:pPr algn="l"/>
            <a:r>
              <a:rPr lang="hi-IN" sz="1450" b="1">
                <a:solidFill>
                  <a:srgbClr val="1E3A5F"/>
                </a:solidFill>
                <a:latin typeface="Inter"/>
                <a:ea typeface="Inter"/>
                <a:cs typeface="Noto Sans Devanagari"/>
              </a:rPr>
              <a:t>वर्दी का विश्वास</a:t>
            </a:r>
          </a:p>
        </p:txBody>
      </p:sp>
      <p:sp>
        <p:nvSpPr>
          <p:cNvPr id="17" name="TextBox 16"/>
          <p:cNvSpPr txBox="1"/>
          <p:nvPr/>
        </p:nvSpPr>
        <p:spPr>
          <a:xfrm>
            <a:off x="6199632" y="1773936"/>
            <a:ext cx="5394960" cy="365760"/>
          </a:xfrm>
          <a:prstGeom prst="rect">
            <a:avLst/>
          </a:prstGeom>
          <a:noFill/>
        </p:spPr>
        <p:txBody>
          <a:bodyPr wrap="square" lIns="54864" tIns="27432" rIns="54864" bIns="27432" anchor="t">
            <a:spAutoFit/>
          </a:bodyPr>
          <a:lstStyle/>
          <a:p>
            <a:pPr algn="l"/>
            <a:r>
              <a:rPr lang="hi-IN" sz="1200" b="1">
                <a:solidFill>
                  <a:srgbClr val="1E3A5F"/>
                </a:solidFill>
                <a:latin typeface="Inter"/>
                <a:ea typeface="Inter"/>
                <a:cs typeface="Noto Sans Devanagari"/>
              </a:rPr>
              <a:t>फोर्स का नाम लेते ही भरोसा, पहचान का दुरुपयोग</a:t>
            </a:r>
          </a:p>
        </p:txBody>
      </p:sp>
      <p:sp>
        <p:nvSpPr>
          <p:cNvPr id="18" name="Rounded Rectangle 17"/>
          <p:cNvSpPr/>
          <p:nvPr/>
        </p:nvSpPr>
        <p:spPr>
          <a:xfrm>
            <a:off x="5532120" y="2258568"/>
            <a:ext cx="6126480" cy="804672"/>
          </a:xfrm>
          <a:prstGeom prst="roundRect">
            <a:avLst>
              <a:gd name="adj" fmla="val 15909"/>
            </a:avLst>
          </a:prstGeom>
          <a:solidFill>
            <a:srgbClr val="F1F5FA"/>
          </a:solidFill>
          <a:ln w="9525">
            <a:solidFill>
              <a:srgbClr val="D3DEE9"/>
            </a:solidFill>
          </a:ln>
          <a:effectLst/>
        </p:spPr>
        <p:txBody>
          <a:bodyPr rtlCol="0" anchor="ctr"/>
          <a:lstStyle/>
          <a:p>
            <a:pPr algn="ctr"/>
          </a:p>
        </p:txBody>
      </p:sp>
      <p:sp>
        <p:nvSpPr>
          <p:cNvPr id="19" name="Oval 18"/>
          <p:cNvSpPr/>
          <p:nvPr/>
        </p:nvSpPr>
        <p:spPr>
          <a:xfrm>
            <a:off x="5641848" y="2441448"/>
            <a:ext cx="438912" cy="438912"/>
          </a:xfrm>
          <a:prstGeom prst="ellipse">
            <a:avLst/>
          </a:prstGeom>
          <a:solidFill>
            <a:srgbClr val="1E3A5F"/>
          </a:solidFill>
          <a:ln>
            <a:noFill/>
          </a:ln>
          <a:effectLst/>
        </p:spPr>
        <p:txBody>
          <a:bodyPr rtlCol="0" anchor="ctr"/>
          <a:lstStyle/>
          <a:p>
            <a:pPr algn="ctr"/>
          </a:p>
        </p:txBody>
      </p:sp>
      <p:sp>
        <p:nvSpPr>
          <p:cNvPr id="20" name="TextBox 19"/>
          <p:cNvSpPr txBox="1"/>
          <p:nvPr/>
        </p:nvSpPr>
        <p:spPr>
          <a:xfrm>
            <a:off x="5641848" y="2441448"/>
            <a:ext cx="438912" cy="438912"/>
          </a:xfrm>
          <a:prstGeom prst="rect">
            <a:avLst/>
          </a:prstGeom>
          <a:noFill/>
        </p:spPr>
        <p:txBody>
          <a:bodyPr wrap="square" lIns="0" tIns="0" rIns="0" bIns="0" anchor="ctr">
            <a:spAutoFit/>
          </a:bodyPr>
          <a:lstStyle/>
          <a:p>
            <a:pPr algn="ctr"/>
            <a:r>
              <a:rPr lang="hi-IN" sz="1500" b="1">
                <a:solidFill>
                  <a:srgbClr val="FFFFFF"/>
                </a:solidFill>
                <a:latin typeface="Inter"/>
                <a:ea typeface="Inter"/>
                <a:cs typeface="Noto Sans Devanagari"/>
              </a:rPr>
              <a:t>2</a:t>
            </a:r>
          </a:p>
        </p:txBody>
      </p:sp>
      <p:sp>
        <p:nvSpPr>
          <p:cNvPr id="21" name="TextBox 20"/>
          <p:cNvSpPr txBox="1"/>
          <p:nvPr/>
        </p:nvSpPr>
        <p:spPr>
          <a:xfrm>
            <a:off x="6199632" y="2304287"/>
            <a:ext cx="5394960" cy="365760"/>
          </a:xfrm>
          <a:prstGeom prst="rect">
            <a:avLst/>
          </a:prstGeom>
          <a:noFill/>
        </p:spPr>
        <p:txBody>
          <a:bodyPr wrap="square" lIns="54864" tIns="27432" rIns="54864" bIns="27432" anchor="t">
            <a:spAutoFit/>
          </a:bodyPr>
          <a:lstStyle/>
          <a:p>
            <a:pPr algn="l"/>
            <a:r>
              <a:rPr lang="hi-IN" sz="1450" b="1">
                <a:solidFill>
                  <a:srgbClr val="1E3A5F"/>
                </a:solidFill>
                <a:latin typeface="Inter"/>
                <a:ea typeface="Inter"/>
                <a:cs typeface="Noto Sans Devanagari"/>
              </a:rPr>
              <a:t>परिवार अकेला</a:t>
            </a:r>
          </a:p>
        </p:txBody>
      </p:sp>
      <p:sp>
        <p:nvSpPr>
          <p:cNvPr id="22" name="TextBox 21"/>
          <p:cNvSpPr txBox="1"/>
          <p:nvPr/>
        </p:nvSpPr>
        <p:spPr>
          <a:xfrm>
            <a:off x="6199632" y="2660903"/>
            <a:ext cx="5394960" cy="365760"/>
          </a:xfrm>
          <a:prstGeom prst="rect">
            <a:avLst/>
          </a:prstGeom>
          <a:noFill/>
        </p:spPr>
        <p:txBody>
          <a:bodyPr wrap="square" lIns="54864" tIns="27432" rIns="54864" bIns="27432" anchor="t">
            <a:spAutoFit/>
          </a:bodyPr>
          <a:lstStyle/>
          <a:p>
            <a:pPr algn="l"/>
            <a:r>
              <a:rPr lang="hi-IN" sz="1200" b="1">
                <a:solidFill>
                  <a:srgbClr val="1E3A5F"/>
                </a:solidFill>
                <a:latin typeface="Inter"/>
                <a:ea typeface="Inter"/>
                <a:cs typeface="Noto Sans Devanagari"/>
              </a:rPr>
              <a:t>"पति का एक्सीडेंट" बोलकर पैसा माँगना</a:t>
            </a:r>
          </a:p>
        </p:txBody>
      </p:sp>
      <p:sp>
        <p:nvSpPr>
          <p:cNvPr id="23" name="Rounded Rectangle 22"/>
          <p:cNvSpPr/>
          <p:nvPr/>
        </p:nvSpPr>
        <p:spPr>
          <a:xfrm>
            <a:off x="5532120" y="3145536"/>
            <a:ext cx="6126480" cy="804672"/>
          </a:xfrm>
          <a:prstGeom prst="roundRect">
            <a:avLst>
              <a:gd name="adj" fmla="val 15909"/>
            </a:avLst>
          </a:prstGeom>
          <a:solidFill>
            <a:srgbClr val="F1F5FA"/>
          </a:solidFill>
          <a:ln w="9525">
            <a:solidFill>
              <a:srgbClr val="D3DEE9"/>
            </a:solidFill>
          </a:ln>
          <a:effectLst/>
        </p:spPr>
        <p:txBody>
          <a:bodyPr rtlCol="0" anchor="ctr"/>
          <a:lstStyle/>
          <a:p>
            <a:pPr algn="ctr"/>
          </a:p>
        </p:txBody>
      </p:sp>
      <p:sp>
        <p:nvSpPr>
          <p:cNvPr id="24" name="Oval 23"/>
          <p:cNvSpPr/>
          <p:nvPr/>
        </p:nvSpPr>
        <p:spPr>
          <a:xfrm>
            <a:off x="5641848" y="3328416"/>
            <a:ext cx="438912" cy="438912"/>
          </a:xfrm>
          <a:prstGeom prst="ellipse">
            <a:avLst/>
          </a:prstGeom>
          <a:solidFill>
            <a:srgbClr val="1E3A5F"/>
          </a:solidFill>
          <a:ln>
            <a:noFill/>
          </a:ln>
          <a:effectLst/>
        </p:spPr>
        <p:txBody>
          <a:bodyPr rtlCol="0" anchor="ctr"/>
          <a:lstStyle/>
          <a:p>
            <a:pPr algn="ctr"/>
          </a:p>
        </p:txBody>
      </p:sp>
      <p:sp>
        <p:nvSpPr>
          <p:cNvPr id="25" name="TextBox 24"/>
          <p:cNvSpPr txBox="1"/>
          <p:nvPr/>
        </p:nvSpPr>
        <p:spPr>
          <a:xfrm>
            <a:off x="5641848" y="3328416"/>
            <a:ext cx="438912" cy="438912"/>
          </a:xfrm>
          <a:prstGeom prst="rect">
            <a:avLst/>
          </a:prstGeom>
          <a:noFill/>
        </p:spPr>
        <p:txBody>
          <a:bodyPr wrap="square" lIns="0" tIns="0" rIns="0" bIns="0" anchor="ctr">
            <a:spAutoFit/>
          </a:bodyPr>
          <a:lstStyle/>
          <a:p>
            <a:pPr algn="ctr"/>
            <a:r>
              <a:rPr lang="hi-IN" sz="1500" b="1">
                <a:solidFill>
                  <a:srgbClr val="FFFFFF"/>
                </a:solidFill>
                <a:latin typeface="Inter"/>
                <a:ea typeface="Inter"/>
                <a:cs typeface="Noto Sans Devanagari"/>
              </a:rPr>
              <a:t>3</a:t>
            </a:r>
          </a:p>
        </p:txBody>
      </p:sp>
      <p:sp>
        <p:nvSpPr>
          <p:cNvPr id="26" name="TextBox 25"/>
          <p:cNvSpPr txBox="1"/>
          <p:nvPr/>
        </p:nvSpPr>
        <p:spPr>
          <a:xfrm>
            <a:off x="6199632" y="3191256"/>
            <a:ext cx="5394960" cy="365760"/>
          </a:xfrm>
          <a:prstGeom prst="rect">
            <a:avLst/>
          </a:prstGeom>
          <a:noFill/>
        </p:spPr>
        <p:txBody>
          <a:bodyPr wrap="square" lIns="54864" tIns="27432" rIns="54864" bIns="27432" anchor="t">
            <a:spAutoFit/>
          </a:bodyPr>
          <a:lstStyle/>
          <a:p>
            <a:pPr algn="l"/>
            <a:r>
              <a:rPr lang="hi-IN" sz="1450" b="1">
                <a:solidFill>
                  <a:srgbClr val="1E3A5F"/>
                </a:solidFill>
                <a:latin typeface="Inter"/>
                <a:ea typeface="Inter"/>
                <a:cs typeface="Noto Sans Devanagari"/>
              </a:rPr>
              <a:t>डिजिटल अरेस्ट</a:t>
            </a:r>
          </a:p>
        </p:txBody>
      </p:sp>
      <p:sp>
        <p:nvSpPr>
          <p:cNvPr id="27" name="TextBox 26"/>
          <p:cNvSpPr txBox="1"/>
          <p:nvPr/>
        </p:nvSpPr>
        <p:spPr>
          <a:xfrm>
            <a:off x="6199632" y="3547872"/>
            <a:ext cx="5394960" cy="365760"/>
          </a:xfrm>
          <a:prstGeom prst="rect">
            <a:avLst/>
          </a:prstGeom>
          <a:noFill/>
        </p:spPr>
        <p:txBody>
          <a:bodyPr wrap="square" lIns="54864" tIns="27432" rIns="54864" bIns="27432" anchor="t">
            <a:spAutoFit/>
          </a:bodyPr>
          <a:lstStyle/>
          <a:p>
            <a:pPr algn="l"/>
            <a:r>
              <a:rPr lang="hi-IN" sz="1200" b="1">
                <a:solidFill>
                  <a:srgbClr val="1E3A5F"/>
                </a:solidFill>
                <a:latin typeface="Inter"/>
                <a:ea typeface="Inter"/>
                <a:cs typeface="Noto Sans Devanagari"/>
              </a:rPr>
              <a:t>CBI / ED / पुलिस की वीडियो कॉल पर अरेस्ट = ठगी</a:t>
            </a:r>
          </a:p>
        </p:txBody>
      </p:sp>
      <p:sp>
        <p:nvSpPr>
          <p:cNvPr id="28" name="Rounded Rectangle 27"/>
          <p:cNvSpPr/>
          <p:nvPr/>
        </p:nvSpPr>
        <p:spPr>
          <a:xfrm>
            <a:off x="5532120" y="4032504"/>
            <a:ext cx="6126480" cy="804672"/>
          </a:xfrm>
          <a:prstGeom prst="roundRect">
            <a:avLst>
              <a:gd name="adj" fmla="val 15909"/>
            </a:avLst>
          </a:prstGeom>
          <a:solidFill>
            <a:srgbClr val="F1F5FA"/>
          </a:solidFill>
          <a:ln w="9525">
            <a:solidFill>
              <a:srgbClr val="D3DEE9"/>
            </a:solidFill>
          </a:ln>
          <a:effectLst/>
        </p:spPr>
        <p:txBody>
          <a:bodyPr rtlCol="0" anchor="ctr"/>
          <a:lstStyle/>
          <a:p>
            <a:pPr algn="ctr"/>
          </a:p>
        </p:txBody>
      </p:sp>
      <p:sp>
        <p:nvSpPr>
          <p:cNvPr id="29" name="Oval 28"/>
          <p:cNvSpPr/>
          <p:nvPr/>
        </p:nvSpPr>
        <p:spPr>
          <a:xfrm>
            <a:off x="5641848" y="4215384"/>
            <a:ext cx="438912" cy="438912"/>
          </a:xfrm>
          <a:prstGeom prst="ellipse">
            <a:avLst/>
          </a:prstGeom>
          <a:solidFill>
            <a:srgbClr val="1E3A5F"/>
          </a:solidFill>
          <a:ln>
            <a:noFill/>
          </a:ln>
          <a:effectLst/>
        </p:spPr>
        <p:txBody>
          <a:bodyPr rtlCol="0" anchor="ctr"/>
          <a:lstStyle/>
          <a:p>
            <a:pPr algn="ctr"/>
          </a:p>
        </p:txBody>
      </p:sp>
      <p:sp>
        <p:nvSpPr>
          <p:cNvPr id="30" name="TextBox 29"/>
          <p:cNvSpPr txBox="1"/>
          <p:nvPr/>
        </p:nvSpPr>
        <p:spPr>
          <a:xfrm>
            <a:off x="5641848" y="4215384"/>
            <a:ext cx="438912" cy="438912"/>
          </a:xfrm>
          <a:prstGeom prst="rect">
            <a:avLst/>
          </a:prstGeom>
          <a:noFill/>
        </p:spPr>
        <p:txBody>
          <a:bodyPr wrap="square" lIns="0" tIns="0" rIns="0" bIns="0" anchor="ctr">
            <a:spAutoFit/>
          </a:bodyPr>
          <a:lstStyle/>
          <a:p>
            <a:pPr algn="ctr"/>
            <a:r>
              <a:rPr lang="hi-IN" sz="1500" b="1">
                <a:solidFill>
                  <a:srgbClr val="FFFFFF"/>
                </a:solidFill>
                <a:latin typeface="Inter"/>
                <a:ea typeface="Inter"/>
                <a:cs typeface="Noto Sans Devanagari"/>
              </a:rPr>
              <a:t>4</a:t>
            </a:r>
          </a:p>
        </p:txBody>
      </p:sp>
      <p:sp>
        <p:nvSpPr>
          <p:cNvPr id="31" name="TextBox 30"/>
          <p:cNvSpPr txBox="1"/>
          <p:nvPr/>
        </p:nvSpPr>
        <p:spPr>
          <a:xfrm>
            <a:off x="6199632" y="4078224"/>
            <a:ext cx="5394960" cy="365760"/>
          </a:xfrm>
          <a:prstGeom prst="rect">
            <a:avLst/>
          </a:prstGeom>
          <a:noFill/>
        </p:spPr>
        <p:txBody>
          <a:bodyPr wrap="square" lIns="54864" tIns="27432" rIns="54864" bIns="27432" anchor="t">
            <a:spAutoFit/>
          </a:bodyPr>
          <a:lstStyle/>
          <a:p>
            <a:pPr algn="l"/>
            <a:r>
              <a:rPr lang="hi-IN" sz="1450" b="1">
                <a:solidFill>
                  <a:srgbClr val="1E3A5F"/>
                </a:solidFill>
                <a:latin typeface="Inter"/>
                <a:ea typeface="Inter"/>
                <a:cs typeface="Noto Sans Devanagari"/>
              </a:rPr>
              <a:t>फर्जी सीनियर / यूनिट</a:t>
            </a:r>
          </a:p>
        </p:txBody>
      </p:sp>
      <p:sp>
        <p:nvSpPr>
          <p:cNvPr id="32" name="TextBox 31"/>
          <p:cNvSpPr txBox="1"/>
          <p:nvPr/>
        </p:nvSpPr>
        <p:spPr>
          <a:xfrm>
            <a:off x="6199632" y="4434840"/>
            <a:ext cx="5394960" cy="365760"/>
          </a:xfrm>
          <a:prstGeom prst="rect">
            <a:avLst/>
          </a:prstGeom>
          <a:noFill/>
        </p:spPr>
        <p:txBody>
          <a:bodyPr wrap="square" lIns="54864" tIns="27432" rIns="54864" bIns="27432" anchor="t">
            <a:spAutoFit/>
          </a:bodyPr>
          <a:lstStyle/>
          <a:p>
            <a:pPr algn="l"/>
            <a:r>
              <a:rPr lang="hi-IN" sz="1200" b="1">
                <a:solidFill>
                  <a:srgbClr val="1E3A5F"/>
                </a:solidFill>
                <a:latin typeface="Inter"/>
                <a:ea typeface="Inter"/>
                <a:cs typeface="Noto Sans Devanagari"/>
              </a:rPr>
              <a:t>DP पर साहब की फोटो, "अर्जेंट ट्रांसफर"</a:t>
            </a:r>
          </a:p>
        </p:txBody>
      </p:sp>
      <p:sp>
        <p:nvSpPr>
          <p:cNvPr id="33" name="Rounded Rectangle 32"/>
          <p:cNvSpPr/>
          <p:nvPr/>
        </p:nvSpPr>
        <p:spPr>
          <a:xfrm>
            <a:off x="5532120" y="4919472"/>
            <a:ext cx="6126480" cy="804672"/>
          </a:xfrm>
          <a:prstGeom prst="roundRect">
            <a:avLst>
              <a:gd name="adj" fmla="val 15909"/>
            </a:avLst>
          </a:prstGeom>
          <a:solidFill>
            <a:srgbClr val="F1F5FA"/>
          </a:solidFill>
          <a:ln w="9525">
            <a:solidFill>
              <a:srgbClr val="D3DEE9"/>
            </a:solidFill>
          </a:ln>
          <a:effectLst/>
        </p:spPr>
        <p:txBody>
          <a:bodyPr rtlCol="0" anchor="ctr"/>
          <a:lstStyle/>
          <a:p>
            <a:pPr algn="ctr"/>
          </a:p>
        </p:txBody>
      </p:sp>
      <p:sp>
        <p:nvSpPr>
          <p:cNvPr id="34" name="Oval 33"/>
          <p:cNvSpPr/>
          <p:nvPr/>
        </p:nvSpPr>
        <p:spPr>
          <a:xfrm>
            <a:off x="5641848" y="5102352"/>
            <a:ext cx="438912" cy="438912"/>
          </a:xfrm>
          <a:prstGeom prst="ellipse">
            <a:avLst/>
          </a:prstGeom>
          <a:solidFill>
            <a:srgbClr val="1E3A5F"/>
          </a:solidFill>
          <a:ln>
            <a:noFill/>
          </a:ln>
          <a:effectLst/>
        </p:spPr>
        <p:txBody>
          <a:bodyPr rtlCol="0" anchor="ctr"/>
          <a:lstStyle/>
          <a:p>
            <a:pPr algn="ctr"/>
          </a:p>
        </p:txBody>
      </p:sp>
      <p:sp>
        <p:nvSpPr>
          <p:cNvPr id="35" name="TextBox 34"/>
          <p:cNvSpPr txBox="1"/>
          <p:nvPr/>
        </p:nvSpPr>
        <p:spPr>
          <a:xfrm>
            <a:off x="5641848" y="5102352"/>
            <a:ext cx="438912" cy="438912"/>
          </a:xfrm>
          <a:prstGeom prst="rect">
            <a:avLst/>
          </a:prstGeom>
          <a:noFill/>
        </p:spPr>
        <p:txBody>
          <a:bodyPr wrap="square" lIns="0" tIns="0" rIns="0" bIns="0" anchor="ctr">
            <a:spAutoFit/>
          </a:bodyPr>
          <a:lstStyle/>
          <a:p>
            <a:pPr algn="ctr"/>
            <a:r>
              <a:rPr lang="hi-IN" sz="1500" b="1">
                <a:solidFill>
                  <a:srgbClr val="FFFFFF"/>
                </a:solidFill>
                <a:latin typeface="Inter"/>
                <a:ea typeface="Inter"/>
                <a:cs typeface="Noto Sans Devanagari"/>
              </a:rPr>
              <a:t>5</a:t>
            </a:r>
          </a:p>
        </p:txBody>
      </p:sp>
      <p:sp>
        <p:nvSpPr>
          <p:cNvPr id="36" name="TextBox 35"/>
          <p:cNvSpPr txBox="1"/>
          <p:nvPr/>
        </p:nvSpPr>
        <p:spPr>
          <a:xfrm>
            <a:off x="6199632" y="4965192"/>
            <a:ext cx="5394960" cy="365760"/>
          </a:xfrm>
          <a:prstGeom prst="rect">
            <a:avLst/>
          </a:prstGeom>
          <a:noFill/>
        </p:spPr>
        <p:txBody>
          <a:bodyPr wrap="square" lIns="54864" tIns="27432" rIns="54864" bIns="27432" anchor="t">
            <a:spAutoFit/>
          </a:bodyPr>
          <a:lstStyle/>
          <a:p>
            <a:pPr algn="l"/>
            <a:r>
              <a:rPr lang="hi-IN" sz="1450" b="1">
                <a:solidFill>
                  <a:srgbClr val="1E3A5F"/>
                </a:solidFill>
                <a:latin typeface="Inter"/>
                <a:ea typeface="Inter"/>
                <a:cs typeface="Noto Sans Devanagari"/>
              </a:rPr>
              <a:t>सोशल मीडिया प्रोफाइलिंग</a:t>
            </a:r>
          </a:p>
        </p:txBody>
      </p:sp>
      <p:sp>
        <p:nvSpPr>
          <p:cNvPr id="37" name="TextBox 36"/>
          <p:cNvSpPr txBox="1"/>
          <p:nvPr/>
        </p:nvSpPr>
        <p:spPr>
          <a:xfrm>
            <a:off x="6199632" y="5321808"/>
            <a:ext cx="5394960" cy="365760"/>
          </a:xfrm>
          <a:prstGeom prst="rect">
            <a:avLst/>
          </a:prstGeom>
          <a:noFill/>
        </p:spPr>
        <p:txBody>
          <a:bodyPr wrap="square" lIns="54864" tIns="27432" rIns="54864" bIns="27432" anchor="t">
            <a:spAutoFit/>
          </a:bodyPr>
          <a:lstStyle/>
          <a:p>
            <a:pPr algn="l"/>
            <a:r>
              <a:rPr lang="hi-IN" sz="1200" b="1">
                <a:solidFill>
                  <a:srgbClr val="1E3A5F"/>
                </a:solidFill>
                <a:latin typeface="Inter"/>
                <a:ea typeface="Inter"/>
                <a:cs typeface="Noto Sans Devanagari"/>
              </a:rPr>
              <a:t>फोटो, लोकेशन, छुट्टी की पोस्ट से ड्यूटी पैटर्न लीक</a:t>
            </a:r>
          </a:p>
        </p:txBody>
      </p:sp>
      <p:sp>
        <p:nvSpPr>
          <p:cNvPr id="38" name="Rounded Rectangle 37"/>
          <p:cNvSpPr/>
          <p:nvPr/>
        </p:nvSpPr>
        <p:spPr>
          <a:xfrm>
            <a:off x="5532120" y="5943600"/>
            <a:ext cx="6126480" cy="457200"/>
          </a:xfrm>
          <a:prstGeom prst="roundRect">
            <a:avLst>
              <a:gd name="adj" fmla="val 50000"/>
            </a:avLst>
          </a:prstGeom>
          <a:solidFill>
            <a:srgbClr val="F1F5FA"/>
          </a:solidFill>
          <a:ln>
            <a:noFill/>
          </a:ln>
          <a:effectLst/>
        </p:spPr>
        <p:txBody>
          <a:bodyPr rtlCol="0" anchor="ctr"/>
          <a:lstStyle/>
          <a:p>
            <a:pPr algn="ctr"/>
          </a:p>
        </p:txBody>
      </p:sp>
      <p:sp>
        <p:nvSpPr>
          <p:cNvPr id="39" name="TextBox 38"/>
          <p:cNvSpPr txBox="1"/>
          <p:nvPr/>
        </p:nvSpPr>
        <p:spPr>
          <a:xfrm>
            <a:off x="5532120" y="5943600"/>
            <a:ext cx="6126480" cy="457200"/>
          </a:xfrm>
          <a:prstGeom prst="rect">
            <a:avLst/>
          </a:prstGeom>
          <a:noFill/>
        </p:spPr>
        <p:txBody>
          <a:bodyPr wrap="square" lIns="73152" tIns="0" rIns="73152" bIns="0" anchor="ctr">
            <a:spAutoFit/>
          </a:bodyPr>
          <a:lstStyle/>
          <a:p>
            <a:pPr algn="ctr"/>
            <a:r>
              <a:rPr lang="hi-IN" sz="1250" b="1">
                <a:solidFill>
                  <a:srgbClr val="1E3A5F"/>
                </a:solidFill>
                <a:latin typeface="Inter"/>
                <a:ea typeface="Inter"/>
                <a:cs typeface="Noto Sans Devanagari"/>
              </a:rPr>
              <a:t>कोई सरकारी एजेंसी वीडियो कॉल पर अरेस्ट नहीं करती। यूनिट से कन्फर्म कीजिए।</a:t>
            </a:r>
          </a:p>
        </p:txBody>
      </p:sp>
      <p:pic>
        <p:nvPicPr>
          <p:cNvPr id="40" name="Eagle Logo" descr="eagle"/>
          <p:cNvPicPr>
            <a:picLocks noChangeAspect="1"/>
          </p:cNvPicPr>
          <p:nvPr/>
        </p:nvPicPr>
        <p:blipFill>
          <a:blip r:embed="rId100"/>
          <a:stretch>
            <a:fillRect/>
          </a:stretch>
        </p:blipFill>
        <p:spPr>
          <a:xfrm>
            <a:off x="11625072" y="240000"/>
            <a:ext cx="475488" cy="4754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animEffect transition="in" filter="fade">
                                      <p:cBhvr>
                                        <p:cTn id="89" dur="500"/>
                                        <p:tgtEl>
                                          <p:spTgt spid="3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500"/>
                                        <p:tgtEl>
                                          <p:spTgt spid="3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fade">
                                      <p:cBhvr>
                                        <p:cTn id="98" dur="500"/>
                                        <p:tgtEl>
                                          <p:spTgt spid="37"/>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11"/>
                                        </p:tgtEl>
                                        <p:attrNameLst>
                                          <p:attrName>style.visibility</p:attrName>
                                        </p:attrNameLst>
                                      </p:cBhvr>
                                      <p:to>
                                        <p:strVal val="visible"/>
                                      </p:to>
                                    </p:set>
                                    <p:animEffect transition="in" filter="fade">
                                      <p:cBhvr>
                                        <p:cTn id="103" dur="500"/>
                                        <p:tgtEl>
                                          <p:spTgt spid="11"/>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2"/>
                                        </p:tgtEl>
                                        <p:attrNameLst>
                                          <p:attrName>style.visibility</p:attrName>
                                        </p:attrNameLst>
                                      </p:cBhvr>
                                      <p:to>
                                        <p:strVal val="visible"/>
                                      </p:to>
                                    </p:set>
                                    <p:animEffect transition="in" filter="fade">
                                      <p:cBhvr>
                                        <p:cTn id="106" dur="500"/>
                                        <p:tgtEl>
                                          <p:spTgt spid="12"/>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3" grpId="0" animBg="1"/>
      <p:bldP spid="14" grpId="0" animBg="1"/>
      <p:bldP spid="15" grpId="0"/>
      <p:bldP spid="16" grpId="0"/>
      <p:bldP spid="17" grpId="0"/>
      <p:bldP spid="18" grpId="0" animBg="1"/>
      <p:bldP spid="19" grpId="0" animBg="1"/>
      <p:bldP spid="20" grpId="0"/>
      <p:bldP spid="21" grpId="0"/>
      <p:bldP spid="22" grpId="0"/>
      <p:bldP spid="23" grpId="0" animBg="1"/>
      <p:bldP spid="24" grpId="0" animBg="1"/>
      <p:bldP spid="25" grpId="0"/>
      <p:bldP spid="26" grpId="0"/>
      <p:bldP spid="27" grpId="0"/>
      <p:bldP spid="28" grpId="0" animBg="1"/>
      <p:bldP spid="29" grpId="0" animBg="1"/>
      <p:bldP spid="30" grpId="0"/>
      <p:bldP spid="31" grpId="0"/>
      <p:bldP spid="32" grpId="0"/>
      <p:bldP spid="33" grpId="0" animBg="1"/>
      <p:bldP spid="34" grpId="0" animBg="1"/>
      <p:bldP spid="35" grpId="0"/>
      <p:bldP spid="36" grpId="0"/>
      <p:bldP spid="37" grpId="0"/>
      <p:bldP spid="11" grpId="0"/>
      <p:bldP spid="12" grpId="0"/>
      <p:bldP spid="38" grpId="0" animBg="1"/>
      <p:bldP spid="39" grpId="0"/>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ipL"/>
          <p:cNvSpPr/>
          <p:nvPr/>
        </p:nvSpPr>
        <p:spPr>
          <a:xfrm>
            <a:off x="0" y="0"/>
            <a:ext cx="4063898" cy="64008"/>
          </a:xfrm>
          <a:prstGeom prst="rect">
            <a:avLst/>
          </a:prstGeom>
          <a:solidFill>
            <a:srgbClr val="1E3A5F"/>
          </a:solidFill>
          <a:ln>
            <a:noFill/>
          </a:ln>
          <a:effectLst/>
        </p:spPr>
        <p:txBody>
          <a:bodyPr rtlCol="0" anchor="ctr"/>
          <a:lstStyle/>
          <a:p>
            <a:pPr algn="ctr"/>
          </a:p>
        </p:txBody>
      </p:sp>
      <p:sp>
        <p:nvSpPr>
          <p:cNvPr id="3" name="StripM"/>
          <p:cNvSpPr/>
          <p:nvPr/>
        </p:nvSpPr>
        <p:spPr>
          <a:xfrm>
            <a:off x="4063898" y="0"/>
            <a:ext cx="4063898" cy="64008"/>
          </a:xfrm>
          <a:prstGeom prst="rect">
            <a:avLst/>
          </a:prstGeom>
          <a:solidFill>
            <a:srgbClr val="1E3A5F"/>
          </a:solidFill>
          <a:ln>
            <a:noFill/>
          </a:ln>
          <a:effectLst/>
        </p:spPr>
        <p:txBody>
          <a:bodyPr rtlCol="0" anchor="ctr"/>
          <a:lstStyle/>
          <a:p>
            <a:pPr algn="ctr"/>
          </a:p>
        </p:txBody>
      </p:sp>
      <p:sp>
        <p:nvSpPr>
          <p:cNvPr id="4" name="StripR"/>
          <p:cNvSpPr/>
          <p:nvPr/>
        </p:nvSpPr>
        <p:spPr>
          <a:xfrm>
            <a:off x="8127796" y="0"/>
            <a:ext cx="4063898" cy="64008"/>
          </a:xfrm>
          <a:prstGeom prst="rect">
            <a:avLst/>
          </a:prstGeom>
          <a:solidFill>
            <a:srgbClr val="C0912B"/>
          </a:solidFill>
          <a:ln>
            <a:noFill/>
          </a:ln>
          <a:effectLst/>
        </p:spPr>
        <p:txBody>
          <a:bodyPr rtlCol="0" anchor="ctr"/>
          <a:lstStyle/>
          <a:p>
            <a:pPr algn="ctr"/>
          </a:p>
        </p:txBody>
      </p:sp>
      <p:pic>
        <p:nvPicPr>
          <p:cNvPr id="5" name="BSF Logo" descr="image.png"/>
          <p:cNvPicPr>
            <a:picLocks noChangeAspect="1"/>
          </p:cNvPicPr>
          <p:nvPr/>
        </p:nvPicPr>
        <p:blipFill>
          <a:blip r:embed="rId2"/>
          <a:stretch>
            <a:fillRect/>
          </a:stretch>
        </p:blipFill>
        <p:spPr>
          <a:xfrm>
            <a:off x="91440" y="240000"/>
            <a:ext cx="475488" cy="475488"/>
          </a:xfrm>
          <a:prstGeom prst="rect">
            <a:avLst/>
          </a:prstGeom>
        </p:spPr>
      </p:pic>
      <p:sp>
        <p:nvSpPr>
          <p:cNvPr id="6" name="Title"/>
          <p:cNvSpPr txBox="1"/>
          <p:nvPr/>
        </p:nvSpPr>
        <p:spPr>
          <a:xfrm>
            <a:off x="713232" y="182880"/>
            <a:ext cx="10424160" cy="640080"/>
          </a:xfrm>
          <a:prstGeom prst="rect">
            <a:avLst/>
          </a:prstGeom>
          <a:noFill/>
        </p:spPr>
        <p:txBody>
          <a:bodyPr wrap="square" lIns="54864" tIns="27432" rIns="54864" bIns="27432" anchor="ctr">
            <a:spAutoFit/>
          </a:bodyPr>
          <a:lstStyle/>
          <a:p>
            <a:pPr algn="l"/>
            <a:r>
              <a:rPr lang="hi-IN" sz="3000" b="1">
                <a:solidFill>
                  <a:srgbClr val="1E3A5F"/>
                </a:solidFill>
                <a:latin typeface="Inter"/>
                <a:ea typeface="Inter"/>
                <a:cs typeface="Noto Sans Devanagari"/>
              </a:rPr>
              <a:t>सीखने का </a:t>
            </a:r>
            <a:r>
              <a:rPr lang="hi-IN" sz="3000" b="1">
                <a:solidFill>
                  <a:srgbClr val="1E3A5F"/>
                </a:solidFill>
                <a:latin typeface="Inter"/>
                <a:ea typeface="Inter"/>
                <a:cs typeface="Noto Sans Devanagari"/>
              </a:rPr>
              <a:t>तरीका</a:t>
            </a:r>
            <a:r>
              <a:rPr lang="hi-IN" sz="3000" b="1">
                <a:solidFill>
                  <a:srgbClr val="1E3A5F"/>
                </a:solidFill>
                <a:latin typeface="Inter"/>
                <a:ea typeface="Inter"/>
                <a:cs typeface="Noto Sans Devanagari"/>
              </a:rPr>
              <a:t> और सुरक्षा मंत्र</a:t>
            </a:r>
          </a:p>
        </p:txBody>
      </p:sp>
      <p:sp>
        <p:nvSpPr>
          <p:cNvPr id="7" name="Subtitle"/>
          <p:cNvSpPr txBox="1"/>
          <p:nvPr/>
        </p:nvSpPr>
        <p:spPr>
          <a:xfrm>
            <a:off x="713232" y="822960"/>
            <a:ext cx="10881360" cy="411480"/>
          </a:xfrm>
          <a:prstGeom prst="rect">
            <a:avLst/>
          </a:prstGeom>
          <a:noFill/>
        </p:spPr>
        <p:txBody>
          <a:bodyPr wrap="square" lIns="54864" tIns="27432" rIns="54864" bIns="27432" anchor="t">
            <a:spAutoFit/>
          </a:bodyPr>
          <a:lstStyle/>
          <a:p>
            <a:pPr algn="l"/>
            <a:r>
              <a:rPr lang="hi-IN" sz="1400" b="0">
                <a:solidFill>
                  <a:srgbClr val="3E4C5A"/>
                </a:solidFill>
                <a:latin typeface="Inter"/>
                <a:ea typeface="Inter"/>
                <a:cs typeface="Noto Sans Devanagari"/>
              </a:rPr>
              <a:t>हर मॉड्यूल में छह पड़ाव, हर स्लाइड पर एक बात।</a:t>
            </a:r>
          </a:p>
        </p:txBody>
      </p:sp>
      <p:sp>
        <p:nvSpPr>
          <p:cNvPr id="8" name="SlideNo"/>
          <p:cNvSpPr txBox="1"/>
          <p:nvPr/>
        </p:nvSpPr>
        <p:spPr>
          <a:xfrm>
            <a:off x="10625328" y="6510528"/>
            <a:ext cx="1417320" cy="274320"/>
          </a:xfrm>
          <a:prstGeom prst="rect">
            <a:avLst/>
          </a:prstGeom>
          <a:noFill/>
        </p:spPr>
        <p:txBody>
          <a:bodyPr wrap="square" lIns="0" tIns="0" rIns="0" bIns="0" anchor="t">
            <a:spAutoFit/>
          </a:bodyPr>
          <a:lstStyle/>
          <a:p>
            <a:pPr algn="r"/>
            <a:r>
              <a:rPr lang="hi-IN" sz="1000" b="1">
                <a:solidFill>
                  <a:srgbClr val="3E4C5A"/>
                </a:solidFill>
                <a:latin typeface="Inter"/>
                <a:ea typeface="Inter"/>
                <a:cs typeface="Noto Sans Devanagari"/>
              </a:rPr>
              <a:t>07 / 9</a:t>
            </a:r>
          </a:p>
        </p:txBody>
      </p:sp>
      <p:sp>
        <p:nvSpPr>
          <p:cNvPr id="9" name="Rounded Rectangle 8"/>
          <p:cNvSpPr/>
          <p:nvPr/>
        </p:nvSpPr>
        <p:spPr>
          <a:xfrm>
            <a:off x="548640" y="1371600"/>
            <a:ext cx="1801368" cy="566928"/>
          </a:xfrm>
          <a:prstGeom prst="roundRect">
            <a:avLst>
              <a:gd name="adj" fmla="val 19354"/>
            </a:avLst>
          </a:prstGeom>
          <a:solidFill>
            <a:srgbClr val="F1F5FA"/>
          </a:solidFill>
          <a:ln w="9525">
            <a:solidFill>
              <a:srgbClr val="D3DEE9"/>
            </a:solidFill>
          </a:ln>
          <a:effectLst/>
        </p:spPr>
        <p:txBody>
          <a:bodyPr rtlCol="0" anchor="ctr"/>
          <a:lstStyle/>
          <a:p>
            <a:pPr algn="ctr"/>
          </a:p>
        </p:txBody>
      </p:sp>
      <p:sp>
        <p:nvSpPr>
          <p:cNvPr id="10" name="Oval 9"/>
          <p:cNvSpPr/>
          <p:nvPr/>
        </p:nvSpPr>
        <p:spPr>
          <a:xfrm>
            <a:off x="621792" y="1444752"/>
            <a:ext cx="402336" cy="402336"/>
          </a:xfrm>
          <a:prstGeom prst="ellipse">
            <a:avLst/>
          </a:prstGeom>
          <a:solidFill>
            <a:srgbClr val="1E3A5F"/>
          </a:solidFill>
          <a:ln>
            <a:noFill/>
          </a:ln>
          <a:effectLst/>
        </p:spPr>
        <p:txBody>
          <a:bodyPr rtlCol="0" anchor="ctr"/>
          <a:lstStyle/>
          <a:p>
            <a:pPr algn="ctr"/>
          </a:p>
        </p:txBody>
      </p:sp>
      <p:sp>
        <p:nvSpPr>
          <p:cNvPr id="11" name="TextBox 10"/>
          <p:cNvSpPr txBox="1"/>
          <p:nvPr/>
        </p:nvSpPr>
        <p:spPr>
          <a:xfrm>
            <a:off x="621792" y="1444752"/>
            <a:ext cx="402336" cy="402336"/>
          </a:xfrm>
          <a:prstGeom prst="rect">
            <a:avLst/>
          </a:prstGeom>
          <a:noFill/>
        </p:spPr>
        <p:txBody>
          <a:bodyPr wrap="square" lIns="0" tIns="0" rIns="0" bIns="0" anchor="ctr">
            <a:spAutoFit/>
          </a:bodyPr>
          <a:lstStyle/>
          <a:p>
            <a:pPr algn="ctr"/>
            <a:r>
              <a:rPr lang="hi-IN" sz="1300" b="1">
                <a:solidFill>
                  <a:srgbClr val="FFFFFF"/>
                </a:solidFill>
                <a:latin typeface="Inter"/>
                <a:ea typeface="Inter"/>
                <a:cs typeface="Noto Sans Devanagari"/>
              </a:rPr>
              <a:t>1</a:t>
            </a:r>
          </a:p>
        </p:txBody>
      </p:sp>
      <p:sp>
        <p:nvSpPr>
          <p:cNvPr id="12" name="TextBox 11"/>
          <p:cNvSpPr txBox="1"/>
          <p:nvPr/>
        </p:nvSpPr>
        <p:spPr>
          <a:xfrm>
            <a:off x="1051560" y="1371600"/>
            <a:ext cx="1280160" cy="566928"/>
          </a:xfrm>
          <a:prstGeom prst="rect">
            <a:avLst/>
          </a:prstGeom>
          <a:noFill/>
        </p:spPr>
        <p:txBody>
          <a:bodyPr wrap="square" lIns="18288" tIns="0" rIns="18288" bIns="0" anchor="ctr">
            <a:spAutoFit/>
          </a:bodyPr>
          <a:lstStyle/>
          <a:p>
            <a:pPr algn="l"/>
            <a:r>
              <a:rPr lang="hi-IN" sz="1250" b="1">
                <a:solidFill>
                  <a:srgbClr val="1E3A5F"/>
                </a:solidFill>
                <a:latin typeface="Inter"/>
                <a:ea typeface="Inter"/>
                <a:cs typeface="Noto Sans Devanagari"/>
              </a:rPr>
              <a:t>क्या है</a:t>
            </a:r>
          </a:p>
        </p:txBody>
      </p:sp>
      <p:sp>
        <p:nvSpPr>
          <p:cNvPr id="13" name="Rounded Rectangle 12"/>
          <p:cNvSpPr/>
          <p:nvPr/>
        </p:nvSpPr>
        <p:spPr>
          <a:xfrm>
            <a:off x="2441448" y="1371600"/>
            <a:ext cx="1801368" cy="566928"/>
          </a:xfrm>
          <a:prstGeom prst="roundRect">
            <a:avLst>
              <a:gd name="adj" fmla="val 19354"/>
            </a:avLst>
          </a:prstGeom>
          <a:solidFill>
            <a:srgbClr val="F1F5FA"/>
          </a:solidFill>
          <a:ln w="9525">
            <a:solidFill>
              <a:srgbClr val="D3DEE9"/>
            </a:solidFill>
          </a:ln>
          <a:effectLst/>
        </p:spPr>
        <p:txBody>
          <a:bodyPr rtlCol="0" anchor="ctr"/>
          <a:lstStyle/>
          <a:p>
            <a:pPr algn="ctr"/>
          </a:p>
        </p:txBody>
      </p:sp>
      <p:sp>
        <p:nvSpPr>
          <p:cNvPr id="14" name="Oval 13"/>
          <p:cNvSpPr/>
          <p:nvPr/>
        </p:nvSpPr>
        <p:spPr>
          <a:xfrm>
            <a:off x="2514600" y="1444752"/>
            <a:ext cx="402336" cy="402336"/>
          </a:xfrm>
          <a:prstGeom prst="ellipse">
            <a:avLst/>
          </a:prstGeom>
          <a:solidFill>
            <a:srgbClr val="1E3A5F"/>
          </a:solidFill>
          <a:ln>
            <a:noFill/>
          </a:ln>
          <a:effectLst/>
        </p:spPr>
        <p:txBody>
          <a:bodyPr rtlCol="0" anchor="ctr"/>
          <a:lstStyle/>
          <a:p>
            <a:pPr algn="ctr"/>
          </a:p>
        </p:txBody>
      </p:sp>
      <p:sp>
        <p:nvSpPr>
          <p:cNvPr id="15" name="TextBox 14"/>
          <p:cNvSpPr txBox="1"/>
          <p:nvPr/>
        </p:nvSpPr>
        <p:spPr>
          <a:xfrm>
            <a:off x="2514600" y="1444752"/>
            <a:ext cx="402336" cy="402336"/>
          </a:xfrm>
          <a:prstGeom prst="rect">
            <a:avLst/>
          </a:prstGeom>
          <a:noFill/>
        </p:spPr>
        <p:txBody>
          <a:bodyPr wrap="square" lIns="0" tIns="0" rIns="0" bIns="0" anchor="ctr">
            <a:spAutoFit/>
          </a:bodyPr>
          <a:lstStyle/>
          <a:p>
            <a:pPr algn="ctr"/>
            <a:r>
              <a:rPr lang="hi-IN" sz="1300" b="1">
                <a:solidFill>
                  <a:srgbClr val="FFFFFF"/>
                </a:solidFill>
                <a:latin typeface="Inter"/>
                <a:ea typeface="Inter"/>
                <a:cs typeface="Noto Sans Devanagari"/>
              </a:rPr>
              <a:t>2</a:t>
            </a:r>
          </a:p>
        </p:txBody>
      </p:sp>
      <p:sp>
        <p:nvSpPr>
          <p:cNvPr id="16" name="TextBox 15"/>
          <p:cNvSpPr txBox="1"/>
          <p:nvPr/>
        </p:nvSpPr>
        <p:spPr>
          <a:xfrm>
            <a:off x="2944368" y="1371600"/>
            <a:ext cx="1280160" cy="566928"/>
          </a:xfrm>
          <a:prstGeom prst="rect">
            <a:avLst/>
          </a:prstGeom>
          <a:noFill/>
        </p:spPr>
        <p:txBody>
          <a:bodyPr wrap="square" lIns="18288" tIns="0" rIns="18288" bIns="0" anchor="ctr">
            <a:spAutoFit/>
          </a:bodyPr>
          <a:lstStyle/>
          <a:p>
            <a:pPr algn="l"/>
            <a:r>
              <a:rPr lang="hi-IN" sz="1250" b="1">
                <a:solidFill>
                  <a:srgbClr val="1E3A5F"/>
                </a:solidFill>
                <a:latin typeface="Inter"/>
                <a:ea typeface="Inter"/>
                <a:cs typeface="Noto Sans Devanagari"/>
              </a:rPr>
              <a:t>कैसा दिखता है</a:t>
            </a:r>
          </a:p>
        </p:txBody>
      </p:sp>
      <p:sp>
        <p:nvSpPr>
          <p:cNvPr id="17" name="Rounded Rectangle 16"/>
          <p:cNvSpPr/>
          <p:nvPr/>
        </p:nvSpPr>
        <p:spPr>
          <a:xfrm>
            <a:off x="4334255" y="1371600"/>
            <a:ext cx="1801368" cy="566928"/>
          </a:xfrm>
          <a:prstGeom prst="roundRect">
            <a:avLst>
              <a:gd name="adj" fmla="val 19354"/>
            </a:avLst>
          </a:prstGeom>
          <a:solidFill>
            <a:srgbClr val="F1F5FA"/>
          </a:solidFill>
          <a:ln w="9525">
            <a:solidFill>
              <a:srgbClr val="D3DEE9"/>
            </a:solidFill>
          </a:ln>
          <a:effectLst/>
        </p:spPr>
        <p:txBody>
          <a:bodyPr rtlCol="0" anchor="ctr"/>
          <a:lstStyle/>
          <a:p>
            <a:pPr algn="ctr"/>
          </a:p>
        </p:txBody>
      </p:sp>
      <p:sp>
        <p:nvSpPr>
          <p:cNvPr id="18" name="Oval 17"/>
          <p:cNvSpPr/>
          <p:nvPr/>
        </p:nvSpPr>
        <p:spPr>
          <a:xfrm>
            <a:off x="4407407" y="1444752"/>
            <a:ext cx="402336" cy="402336"/>
          </a:xfrm>
          <a:prstGeom prst="ellipse">
            <a:avLst/>
          </a:prstGeom>
          <a:solidFill>
            <a:srgbClr val="1E3A5F"/>
          </a:solidFill>
          <a:ln>
            <a:noFill/>
          </a:ln>
          <a:effectLst/>
        </p:spPr>
        <p:txBody>
          <a:bodyPr rtlCol="0" anchor="ctr"/>
          <a:lstStyle/>
          <a:p>
            <a:pPr algn="ctr"/>
          </a:p>
        </p:txBody>
      </p:sp>
      <p:sp>
        <p:nvSpPr>
          <p:cNvPr id="19" name="TextBox 18"/>
          <p:cNvSpPr txBox="1"/>
          <p:nvPr/>
        </p:nvSpPr>
        <p:spPr>
          <a:xfrm>
            <a:off x="4407407" y="1444752"/>
            <a:ext cx="402336" cy="402336"/>
          </a:xfrm>
          <a:prstGeom prst="rect">
            <a:avLst/>
          </a:prstGeom>
          <a:noFill/>
        </p:spPr>
        <p:txBody>
          <a:bodyPr wrap="square" lIns="0" tIns="0" rIns="0" bIns="0" anchor="ctr">
            <a:spAutoFit/>
          </a:bodyPr>
          <a:lstStyle/>
          <a:p>
            <a:pPr algn="ctr"/>
            <a:r>
              <a:rPr lang="hi-IN" sz="1300" b="1">
                <a:solidFill>
                  <a:srgbClr val="FFFFFF"/>
                </a:solidFill>
                <a:latin typeface="Inter"/>
                <a:ea typeface="Inter"/>
                <a:cs typeface="Noto Sans Devanagari"/>
              </a:rPr>
              <a:t>3</a:t>
            </a:r>
          </a:p>
        </p:txBody>
      </p:sp>
      <p:sp>
        <p:nvSpPr>
          <p:cNvPr id="20" name="TextBox 19"/>
          <p:cNvSpPr txBox="1"/>
          <p:nvPr/>
        </p:nvSpPr>
        <p:spPr>
          <a:xfrm>
            <a:off x="4837175" y="1371600"/>
            <a:ext cx="1280160" cy="566928"/>
          </a:xfrm>
          <a:prstGeom prst="rect">
            <a:avLst/>
          </a:prstGeom>
          <a:noFill/>
        </p:spPr>
        <p:txBody>
          <a:bodyPr wrap="square" lIns="18288" tIns="0" rIns="18288" bIns="0" anchor="ctr">
            <a:spAutoFit/>
          </a:bodyPr>
          <a:lstStyle/>
          <a:p>
            <a:pPr algn="l"/>
            <a:r>
              <a:rPr lang="hi-IN" sz="1250" b="1">
                <a:solidFill>
                  <a:srgbClr val="1E3A5F"/>
                </a:solidFill>
                <a:latin typeface="Inter"/>
                <a:ea typeface="Inter"/>
                <a:cs typeface="Noto Sans Devanagari"/>
              </a:rPr>
              <a:t>फोर्स का केस</a:t>
            </a:r>
          </a:p>
        </p:txBody>
      </p:sp>
      <p:sp>
        <p:nvSpPr>
          <p:cNvPr id="21" name="Rounded Rectangle 20"/>
          <p:cNvSpPr/>
          <p:nvPr/>
        </p:nvSpPr>
        <p:spPr>
          <a:xfrm>
            <a:off x="6227063" y="1371600"/>
            <a:ext cx="1801368" cy="566928"/>
          </a:xfrm>
          <a:prstGeom prst="roundRect">
            <a:avLst>
              <a:gd name="adj" fmla="val 19354"/>
            </a:avLst>
          </a:prstGeom>
          <a:solidFill>
            <a:srgbClr val="F1F5FA"/>
          </a:solidFill>
          <a:ln w="9525">
            <a:solidFill>
              <a:srgbClr val="D3DEE9"/>
            </a:solidFill>
          </a:ln>
          <a:effectLst/>
        </p:spPr>
        <p:txBody>
          <a:bodyPr rtlCol="0" anchor="ctr"/>
          <a:lstStyle/>
          <a:p>
            <a:pPr algn="ctr"/>
          </a:p>
        </p:txBody>
      </p:sp>
      <p:sp>
        <p:nvSpPr>
          <p:cNvPr id="22" name="Oval 21"/>
          <p:cNvSpPr/>
          <p:nvPr/>
        </p:nvSpPr>
        <p:spPr>
          <a:xfrm>
            <a:off x="6300215" y="1444752"/>
            <a:ext cx="402336" cy="402336"/>
          </a:xfrm>
          <a:prstGeom prst="ellipse">
            <a:avLst/>
          </a:prstGeom>
          <a:solidFill>
            <a:srgbClr val="1E3A5F"/>
          </a:solidFill>
          <a:ln>
            <a:noFill/>
          </a:ln>
          <a:effectLst/>
        </p:spPr>
        <p:txBody>
          <a:bodyPr rtlCol="0" anchor="ctr"/>
          <a:lstStyle/>
          <a:p>
            <a:pPr algn="ctr"/>
          </a:p>
        </p:txBody>
      </p:sp>
      <p:sp>
        <p:nvSpPr>
          <p:cNvPr id="23" name="TextBox 22"/>
          <p:cNvSpPr txBox="1"/>
          <p:nvPr/>
        </p:nvSpPr>
        <p:spPr>
          <a:xfrm>
            <a:off x="6300215" y="1444752"/>
            <a:ext cx="402336" cy="402336"/>
          </a:xfrm>
          <a:prstGeom prst="rect">
            <a:avLst/>
          </a:prstGeom>
          <a:noFill/>
        </p:spPr>
        <p:txBody>
          <a:bodyPr wrap="square" lIns="0" tIns="0" rIns="0" bIns="0" anchor="ctr">
            <a:spAutoFit/>
          </a:bodyPr>
          <a:lstStyle/>
          <a:p>
            <a:pPr algn="ctr"/>
            <a:r>
              <a:rPr lang="hi-IN" sz="1300" b="1">
                <a:solidFill>
                  <a:srgbClr val="FFFFFF"/>
                </a:solidFill>
                <a:latin typeface="Inter"/>
                <a:ea typeface="Inter"/>
                <a:cs typeface="Noto Sans Devanagari"/>
              </a:rPr>
              <a:t>4</a:t>
            </a:r>
          </a:p>
        </p:txBody>
      </p:sp>
      <p:sp>
        <p:nvSpPr>
          <p:cNvPr id="24" name="TextBox 23"/>
          <p:cNvSpPr txBox="1"/>
          <p:nvPr/>
        </p:nvSpPr>
        <p:spPr>
          <a:xfrm>
            <a:off x="6729983" y="1371600"/>
            <a:ext cx="1280160" cy="566928"/>
          </a:xfrm>
          <a:prstGeom prst="rect">
            <a:avLst/>
          </a:prstGeom>
          <a:noFill/>
        </p:spPr>
        <p:txBody>
          <a:bodyPr wrap="square" lIns="18288" tIns="0" rIns="18288" bIns="0" anchor="ctr">
            <a:spAutoFit/>
          </a:bodyPr>
          <a:lstStyle/>
          <a:p>
            <a:pPr algn="l"/>
            <a:r>
              <a:rPr lang="hi-IN" sz="1250" b="1">
                <a:solidFill>
                  <a:srgbClr val="1E3A5F"/>
                </a:solidFill>
                <a:latin typeface="Inter"/>
                <a:ea typeface="Inter"/>
                <a:cs typeface="Noto Sans Devanagari"/>
              </a:rPr>
              <a:t>लाल निशान</a:t>
            </a:r>
          </a:p>
        </p:txBody>
      </p:sp>
      <p:sp>
        <p:nvSpPr>
          <p:cNvPr id="25" name="Rounded Rectangle 24"/>
          <p:cNvSpPr/>
          <p:nvPr/>
        </p:nvSpPr>
        <p:spPr>
          <a:xfrm>
            <a:off x="8119871" y="1371600"/>
            <a:ext cx="1801368" cy="566928"/>
          </a:xfrm>
          <a:prstGeom prst="roundRect">
            <a:avLst>
              <a:gd name="adj" fmla="val 19354"/>
            </a:avLst>
          </a:prstGeom>
          <a:solidFill>
            <a:srgbClr val="F1F5FA"/>
          </a:solidFill>
          <a:ln w="9525">
            <a:solidFill>
              <a:srgbClr val="D3DEE9"/>
            </a:solidFill>
          </a:ln>
          <a:effectLst/>
        </p:spPr>
        <p:txBody>
          <a:bodyPr rtlCol="0" anchor="ctr"/>
          <a:lstStyle/>
          <a:p>
            <a:pPr algn="ctr"/>
          </a:p>
        </p:txBody>
      </p:sp>
      <p:sp>
        <p:nvSpPr>
          <p:cNvPr id="26" name="Oval 25"/>
          <p:cNvSpPr/>
          <p:nvPr/>
        </p:nvSpPr>
        <p:spPr>
          <a:xfrm>
            <a:off x="8193023" y="1444752"/>
            <a:ext cx="402336" cy="402336"/>
          </a:xfrm>
          <a:prstGeom prst="ellipse">
            <a:avLst/>
          </a:prstGeom>
          <a:solidFill>
            <a:srgbClr val="1E3A5F"/>
          </a:solidFill>
          <a:ln>
            <a:noFill/>
          </a:ln>
          <a:effectLst/>
        </p:spPr>
        <p:txBody>
          <a:bodyPr rtlCol="0" anchor="ctr"/>
          <a:lstStyle/>
          <a:p>
            <a:pPr algn="ctr"/>
          </a:p>
        </p:txBody>
      </p:sp>
      <p:sp>
        <p:nvSpPr>
          <p:cNvPr id="27" name="TextBox 26"/>
          <p:cNvSpPr txBox="1"/>
          <p:nvPr/>
        </p:nvSpPr>
        <p:spPr>
          <a:xfrm>
            <a:off x="8193023" y="1444752"/>
            <a:ext cx="402336" cy="402336"/>
          </a:xfrm>
          <a:prstGeom prst="rect">
            <a:avLst/>
          </a:prstGeom>
          <a:noFill/>
        </p:spPr>
        <p:txBody>
          <a:bodyPr wrap="square" lIns="0" tIns="0" rIns="0" bIns="0" anchor="ctr">
            <a:spAutoFit/>
          </a:bodyPr>
          <a:lstStyle/>
          <a:p>
            <a:pPr algn="ctr"/>
            <a:r>
              <a:rPr lang="hi-IN" sz="1300" b="1">
                <a:solidFill>
                  <a:srgbClr val="FFFFFF"/>
                </a:solidFill>
                <a:latin typeface="Inter"/>
                <a:ea typeface="Inter"/>
                <a:cs typeface="Noto Sans Devanagari"/>
              </a:rPr>
              <a:t>5</a:t>
            </a:r>
          </a:p>
        </p:txBody>
      </p:sp>
      <p:sp>
        <p:nvSpPr>
          <p:cNvPr id="28" name="TextBox 27"/>
          <p:cNvSpPr txBox="1"/>
          <p:nvPr/>
        </p:nvSpPr>
        <p:spPr>
          <a:xfrm>
            <a:off x="8622792" y="1371600"/>
            <a:ext cx="1280160" cy="566928"/>
          </a:xfrm>
          <a:prstGeom prst="rect">
            <a:avLst/>
          </a:prstGeom>
          <a:noFill/>
        </p:spPr>
        <p:txBody>
          <a:bodyPr wrap="square" lIns="18288" tIns="0" rIns="18288" bIns="0" anchor="ctr">
            <a:spAutoFit/>
          </a:bodyPr>
          <a:lstStyle/>
          <a:p>
            <a:pPr algn="l"/>
            <a:r>
              <a:rPr lang="hi-IN" sz="1250" b="1">
                <a:solidFill>
                  <a:srgbClr val="1E3A5F"/>
                </a:solidFill>
                <a:latin typeface="Inter"/>
                <a:ea typeface="Inter"/>
                <a:cs typeface="Noto Sans Devanagari"/>
              </a:rPr>
              <a:t>सही कदम</a:t>
            </a:r>
          </a:p>
        </p:txBody>
      </p:sp>
      <p:sp>
        <p:nvSpPr>
          <p:cNvPr id="29" name="Rounded Rectangle 28"/>
          <p:cNvSpPr/>
          <p:nvPr/>
        </p:nvSpPr>
        <p:spPr>
          <a:xfrm>
            <a:off x="10012680" y="1371600"/>
            <a:ext cx="1801368" cy="566928"/>
          </a:xfrm>
          <a:prstGeom prst="roundRect">
            <a:avLst>
              <a:gd name="adj" fmla="val 19354"/>
            </a:avLst>
          </a:prstGeom>
          <a:solidFill>
            <a:srgbClr val="F1F5FA"/>
          </a:solidFill>
          <a:ln w="9525">
            <a:solidFill>
              <a:srgbClr val="D3DEE9"/>
            </a:solidFill>
          </a:ln>
          <a:effectLst/>
        </p:spPr>
        <p:txBody>
          <a:bodyPr rtlCol="0" anchor="ctr"/>
          <a:lstStyle/>
          <a:p>
            <a:pPr algn="ctr"/>
          </a:p>
        </p:txBody>
      </p:sp>
      <p:sp>
        <p:nvSpPr>
          <p:cNvPr id="30" name="Oval 29"/>
          <p:cNvSpPr/>
          <p:nvPr/>
        </p:nvSpPr>
        <p:spPr>
          <a:xfrm>
            <a:off x="10085832" y="1444752"/>
            <a:ext cx="402336" cy="402336"/>
          </a:xfrm>
          <a:prstGeom prst="ellipse">
            <a:avLst/>
          </a:prstGeom>
          <a:solidFill>
            <a:srgbClr val="1E3A5F"/>
          </a:solidFill>
          <a:ln>
            <a:noFill/>
          </a:ln>
          <a:effectLst/>
        </p:spPr>
        <p:txBody>
          <a:bodyPr rtlCol="0" anchor="ctr"/>
          <a:lstStyle/>
          <a:p>
            <a:pPr algn="ctr"/>
          </a:p>
        </p:txBody>
      </p:sp>
      <p:sp>
        <p:nvSpPr>
          <p:cNvPr id="31" name="TextBox 30"/>
          <p:cNvSpPr txBox="1"/>
          <p:nvPr/>
        </p:nvSpPr>
        <p:spPr>
          <a:xfrm>
            <a:off x="10085832" y="1444752"/>
            <a:ext cx="402336" cy="402336"/>
          </a:xfrm>
          <a:prstGeom prst="rect">
            <a:avLst/>
          </a:prstGeom>
          <a:noFill/>
        </p:spPr>
        <p:txBody>
          <a:bodyPr wrap="square" lIns="0" tIns="0" rIns="0" bIns="0" anchor="ctr">
            <a:spAutoFit/>
          </a:bodyPr>
          <a:lstStyle/>
          <a:p>
            <a:pPr algn="ctr"/>
            <a:r>
              <a:rPr lang="hi-IN" sz="1300" b="1">
                <a:solidFill>
                  <a:srgbClr val="FFFFFF"/>
                </a:solidFill>
                <a:latin typeface="Inter"/>
                <a:ea typeface="Inter"/>
                <a:cs typeface="Noto Sans Devanagari"/>
              </a:rPr>
              <a:t>6</a:t>
            </a:r>
          </a:p>
        </p:txBody>
      </p:sp>
      <p:sp>
        <p:nvSpPr>
          <p:cNvPr id="32" name="TextBox 31"/>
          <p:cNvSpPr txBox="1"/>
          <p:nvPr/>
        </p:nvSpPr>
        <p:spPr>
          <a:xfrm>
            <a:off x="10515600" y="1371600"/>
            <a:ext cx="1280160" cy="566928"/>
          </a:xfrm>
          <a:prstGeom prst="rect">
            <a:avLst/>
          </a:prstGeom>
          <a:noFill/>
        </p:spPr>
        <p:txBody>
          <a:bodyPr wrap="square" lIns="18288" tIns="0" rIns="18288" bIns="0" anchor="ctr">
            <a:spAutoFit/>
          </a:bodyPr>
          <a:lstStyle/>
          <a:p>
            <a:pPr algn="l"/>
            <a:r>
              <a:rPr lang="hi-IN" sz="1250" b="1">
                <a:solidFill>
                  <a:srgbClr val="1E3A5F"/>
                </a:solidFill>
                <a:latin typeface="Inter"/>
                <a:ea typeface="Inter"/>
                <a:cs typeface="Noto Sans Devanagari"/>
              </a:rPr>
              <a:t>याद रखो</a:t>
            </a:r>
          </a:p>
        </p:txBody>
      </p:sp>
      <p:sp>
        <p:nvSpPr>
          <p:cNvPr id="33" name="Rounded Rectangle 32"/>
          <p:cNvSpPr/>
          <p:nvPr/>
        </p:nvSpPr>
        <p:spPr>
          <a:xfrm>
            <a:off x="548640" y="2103120"/>
            <a:ext cx="2194560" cy="1325880"/>
          </a:xfrm>
          <a:prstGeom prst="roundRect">
            <a:avLst>
              <a:gd name="adj" fmla="val 9655"/>
            </a:avLst>
          </a:prstGeom>
          <a:solidFill>
            <a:srgbClr val="F1F5FA"/>
          </a:solidFill>
          <a:ln w="9525">
            <a:solidFill>
              <a:srgbClr val="D3DEE9"/>
            </a:solidFill>
          </a:ln>
          <a:effectLst/>
        </p:spPr>
        <p:txBody>
          <a:bodyPr rtlCol="0" anchor="ctr"/>
          <a:lstStyle/>
          <a:p>
            <a:pPr algn="ctr"/>
          </a:p>
        </p:txBody>
      </p:sp>
      <p:sp>
        <p:nvSpPr>
          <p:cNvPr id="34" name="TextBox 33"/>
          <p:cNvSpPr txBox="1"/>
          <p:nvPr/>
        </p:nvSpPr>
        <p:spPr>
          <a:xfrm>
            <a:off x="640080" y="2176272"/>
            <a:ext cx="2011680" cy="566928"/>
          </a:xfrm>
          <a:prstGeom prst="rect">
            <a:avLst/>
          </a:prstGeom>
          <a:noFill/>
        </p:spPr>
        <p:txBody>
          <a:bodyPr wrap="square" lIns="54864" tIns="27432" rIns="54864" bIns="27432" anchor="ctr">
            <a:spAutoFit/>
          </a:bodyPr>
          <a:lstStyle/>
          <a:p>
            <a:pPr algn="ctr"/>
            <a:r>
              <a:rPr lang="hi-IN" sz="2200" b="1">
                <a:solidFill>
                  <a:srgbClr val="1E3A5F"/>
                </a:solidFill>
                <a:latin typeface="Inter"/>
                <a:ea typeface="Inter"/>
                <a:cs typeface="Noto Sans Devanagari"/>
              </a:rPr>
              <a:t>रुको</a:t>
            </a:r>
          </a:p>
        </p:txBody>
      </p:sp>
      <p:sp>
        <p:nvSpPr>
          <p:cNvPr id="35" name="TextBox 34"/>
          <p:cNvSpPr txBox="1"/>
          <p:nvPr/>
        </p:nvSpPr>
        <p:spPr>
          <a:xfrm>
            <a:off x="640080" y="2761488"/>
            <a:ext cx="2011680" cy="594360"/>
          </a:xfrm>
          <a:prstGeom prst="rect">
            <a:avLst/>
          </a:prstGeom>
          <a:noFill/>
        </p:spPr>
        <p:txBody>
          <a:bodyPr wrap="square" lIns="54864" tIns="27432" rIns="54864" bIns="27432" anchor="t">
            <a:spAutoFit/>
          </a:bodyPr>
          <a:lstStyle/>
          <a:p>
            <a:pPr algn="ctr"/>
            <a:r>
              <a:rPr lang="hi-IN" sz="1200" b="1">
                <a:solidFill>
                  <a:srgbClr val="1E3A5F"/>
                </a:solidFill>
                <a:latin typeface="Inter"/>
                <a:ea typeface="Inter"/>
                <a:cs typeface="Noto Sans Devanagari"/>
              </a:rPr>
              <a:t>कॉल या लिंक पर हाथ रोको</a:t>
            </a:r>
          </a:p>
        </p:txBody>
      </p:sp>
      <p:sp>
        <p:nvSpPr>
          <p:cNvPr id="36" name="Rounded Rectangle 35"/>
          <p:cNvSpPr/>
          <p:nvPr/>
        </p:nvSpPr>
        <p:spPr>
          <a:xfrm>
            <a:off x="2834640" y="2103120"/>
            <a:ext cx="2194560" cy="1325880"/>
          </a:xfrm>
          <a:prstGeom prst="roundRect">
            <a:avLst>
              <a:gd name="adj" fmla="val 9655"/>
            </a:avLst>
          </a:prstGeom>
          <a:solidFill>
            <a:srgbClr val="F1F5FA"/>
          </a:solidFill>
          <a:ln w="9525">
            <a:solidFill>
              <a:srgbClr val="D3DEE9"/>
            </a:solidFill>
          </a:ln>
          <a:effectLst/>
        </p:spPr>
        <p:txBody>
          <a:bodyPr rtlCol="0" anchor="ctr"/>
          <a:lstStyle/>
          <a:p>
            <a:pPr algn="ctr"/>
          </a:p>
        </p:txBody>
      </p:sp>
      <p:sp>
        <p:nvSpPr>
          <p:cNvPr id="37" name="TextBox 36"/>
          <p:cNvSpPr txBox="1"/>
          <p:nvPr/>
        </p:nvSpPr>
        <p:spPr>
          <a:xfrm>
            <a:off x="2926080" y="2176272"/>
            <a:ext cx="2011680" cy="566928"/>
          </a:xfrm>
          <a:prstGeom prst="rect">
            <a:avLst/>
          </a:prstGeom>
          <a:noFill/>
        </p:spPr>
        <p:txBody>
          <a:bodyPr wrap="square" lIns="54864" tIns="27432" rIns="54864" bIns="27432" anchor="ctr">
            <a:spAutoFit/>
          </a:bodyPr>
          <a:lstStyle/>
          <a:p>
            <a:pPr algn="ctr"/>
            <a:r>
              <a:rPr lang="hi-IN" sz="2200" b="1">
                <a:solidFill>
                  <a:srgbClr val="1E3A5F"/>
                </a:solidFill>
                <a:latin typeface="Inter"/>
                <a:ea typeface="Inter"/>
                <a:cs typeface="Noto Sans Devanagari"/>
              </a:rPr>
              <a:t>सोचो</a:t>
            </a:r>
          </a:p>
        </p:txBody>
      </p:sp>
      <p:sp>
        <p:nvSpPr>
          <p:cNvPr id="38" name="TextBox 37"/>
          <p:cNvSpPr txBox="1"/>
          <p:nvPr/>
        </p:nvSpPr>
        <p:spPr>
          <a:xfrm>
            <a:off x="2926080" y="2761488"/>
            <a:ext cx="2011680" cy="594360"/>
          </a:xfrm>
          <a:prstGeom prst="rect">
            <a:avLst/>
          </a:prstGeom>
          <a:noFill/>
        </p:spPr>
        <p:txBody>
          <a:bodyPr wrap="square" lIns="54864" tIns="27432" rIns="54864" bIns="27432" anchor="t">
            <a:spAutoFit/>
          </a:bodyPr>
          <a:lstStyle/>
          <a:p>
            <a:pPr algn="ctr"/>
            <a:r>
              <a:rPr lang="hi-IN" sz="1200" b="1">
                <a:solidFill>
                  <a:srgbClr val="1E3A5F"/>
                </a:solidFill>
                <a:latin typeface="Inter"/>
                <a:ea typeface="Inter"/>
                <a:cs typeface="Noto Sans Devanagari"/>
              </a:rPr>
              <a:t>क्या बैंक/पुलिस ऐसा करती है?</a:t>
            </a:r>
          </a:p>
        </p:txBody>
      </p:sp>
      <p:sp>
        <p:nvSpPr>
          <p:cNvPr id="39" name="Rounded Rectangle 38"/>
          <p:cNvSpPr/>
          <p:nvPr/>
        </p:nvSpPr>
        <p:spPr>
          <a:xfrm>
            <a:off x="5120640" y="2103120"/>
            <a:ext cx="2194560" cy="1325880"/>
          </a:xfrm>
          <a:prstGeom prst="roundRect">
            <a:avLst>
              <a:gd name="adj" fmla="val 9655"/>
            </a:avLst>
          </a:prstGeom>
          <a:solidFill>
            <a:srgbClr val="F1F5FA"/>
          </a:solidFill>
          <a:ln w="9525">
            <a:solidFill>
              <a:srgbClr val="D3DEE9"/>
            </a:solidFill>
          </a:ln>
          <a:effectLst/>
        </p:spPr>
        <p:txBody>
          <a:bodyPr rtlCol="0" anchor="ctr"/>
          <a:lstStyle/>
          <a:p>
            <a:pPr algn="ctr"/>
          </a:p>
        </p:txBody>
      </p:sp>
      <p:sp>
        <p:nvSpPr>
          <p:cNvPr id="40" name="TextBox 39"/>
          <p:cNvSpPr txBox="1"/>
          <p:nvPr/>
        </p:nvSpPr>
        <p:spPr>
          <a:xfrm>
            <a:off x="5212079" y="2176272"/>
            <a:ext cx="2011680" cy="566928"/>
          </a:xfrm>
          <a:prstGeom prst="rect">
            <a:avLst/>
          </a:prstGeom>
          <a:noFill/>
        </p:spPr>
        <p:txBody>
          <a:bodyPr wrap="square" lIns="54864" tIns="27432" rIns="54864" bIns="27432" anchor="ctr">
            <a:spAutoFit/>
          </a:bodyPr>
          <a:lstStyle/>
          <a:p>
            <a:pPr algn="ctr"/>
            <a:r>
              <a:rPr lang="hi-IN" sz="2200" b="1">
                <a:solidFill>
                  <a:srgbClr val="1E3A5F"/>
                </a:solidFill>
                <a:latin typeface="Inter"/>
                <a:ea typeface="Inter"/>
                <a:cs typeface="Noto Sans Devanagari"/>
              </a:rPr>
              <a:t>शिकायत करो</a:t>
            </a:r>
          </a:p>
        </p:txBody>
      </p:sp>
      <p:sp>
        <p:nvSpPr>
          <p:cNvPr id="41" name="TextBox 40"/>
          <p:cNvSpPr txBox="1"/>
          <p:nvPr/>
        </p:nvSpPr>
        <p:spPr>
          <a:xfrm>
            <a:off x="5212079" y="2761488"/>
            <a:ext cx="2011680" cy="594360"/>
          </a:xfrm>
          <a:prstGeom prst="rect">
            <a:avLst/>
          </a:prstGeom>
          <a:noFill/>
        </p:spPr>
        <p:txBody>
          <a:bodyPr wrap="square" lIns="54864" tIns="27432" rIns="54864" bIns="27432" anchor="t">
            <a:spAutoFit/>
          </a:bodyPr>
          <a:lstStyle/>
          <a:p>
            <a:pPr algn="ctr"/>
            <a:r>
              <a:rPr lang="hi-IN" sz="1200" b="1">
                <a:solidFill>
                  <a:srgbClr val="1E3A5F"/>
                </a:solidFill>
                <a:latin typeface="Inter"/>
                <a:ea typeface="Inter"/>
                <a:cs typeface="Noto Sans Devanagari"/>
              </a:rPr>
              <a:t>बैंक और हेल्पलाइन को बताओ</a:t>
            </a:r>
          </a:p>
        </p:txBody>
      </p:sp>
      <p:sp>
        <p:nvSpPr>
          <p:cNvPr id="42" name="Rounded Rectangle 41"/>
          <p:cNvSpPr/>
          <p:nvPr/>
        </p:nvSpPr>
        <p:spPr>
          <a:xfrm>
            <a:off x="548640" y="3611880"/>
            <a:ext cx="3364992" cy="1207008"/>
          </a:xfrm>
          <a:prstGeom prst="roundRect">
            <a:avLst>
              <a:gd name="adj" fmla="val 10606"/>
            </a:avLst>
          </a:prstGeom>
          <a:solidFill>
            <a:srgbClr val="FFFFFF"/>
          </a:solidFill>
          <a:ln w="9525">
            <a:solidFill>
              <a:srgbClr val="D3DEE9"/>
            </a:solidFill>
          </a:ln>
          <a:effectLst/>
        </p:spPr>
        <p:txBody>
          <a:bodyPr rtlCol="0" anchor="ctr"/>
          <a:lstStyle/>
          <a:p>
            <a:pPr algn="ctr"/>
          </a:p>
        </p:txBody>
      </p:sp>
      <p:sp>
        <p:nvSpPr>
          <p:cNvPr id="43" name="Rounded Rectangle 42"/>
          <p:cNvSpPr/>
          <p:nvPr/>
        </p:nvSpPr>
        <p:spPr>
          <a:xfrm>
            <a:off x="548640" y="3721608"/>
            <a:ext cx="64008" cy="987552"/>
          </a:xfrm>
          <a:prstGeom prst="roundRect">
            <a:avLst>
              <a:gd name="adj" fmla="val 42857"/>
            </a:avLst>
          </a:prstGeom>
          <a:solidFill>
            <a:srgbClr val="1E3A5F"/>
          </a:solidFill>
          <a:ln>
            <a:noFill/>
          </a:ln>
          <a:effectLst/>
        </p:spPr>
        <p:txBody>
          <a:bodyPr rtlCol="0" anchor="ctr"/>
          <a:lstStyle/>
          <a:p>
            <a:pPr algn="ctr"/>
          </a:p>
        </p:txBody>
      </p:sp>
      <p:sp>
        <p:nvSpPr>
          <p:cNvPr id="44" name="TextBox 43"/>
          <p:cNvSpPr txBox="1"/>
          <p:nvPr/>
        </p:nvSpPr>
        <p:spPr>
          <a:xfrm>
            <a:off x="731520" y="3685032"/>
            <a:ext cx="3108960" cy="566928"/>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OTP / UPI PIN / पासवर्ड किसी को नहीं</a:t>
            </a:r>
          </a:p>
        </p:txBody>
      </p:sp>
      <p:sp>
        <p:nvSpPr>
          <p:cNvPr id="45" name="TextBox 44"/>
          <p:cNvSpPr txBox="1"/>
          <p:nvPr/>
        </p:nvSpPr>
        <p:spPr>
          <a:xfrm>
            <a:off x="731520" y="4288536"/>
            <a:ext cx="3108960" cy="502920"/>
          </a:xfrm>
          <a:prstGeom prst="rect">
            <a:avLst/>
          </a:prstGeom>
          <a:noFill/>
        </p:spPr>
        <p:txBody>
          <a:bodyPr wrap="square" lIns="54864" tIns="27432" rIns="54864" bIns="27432" anchor="t">
            <a:spAutoFit/>
          </a:bodyPr>
          <a:lstStyle/>
          <a:p>
            <a:pPr algn="l"/>
            <a:r>
              <a:rPr lang="hi-IN" sz="1150" b="1">
                <a:solidFill>
                  <a:srgbClr val="3E4C5A"/>
                </a:solidFill>
                <a:latin typeface="Inter"/>
                <a:ea typeface="Inter"/>
                <a:cs typeface="Noto Sans Devanagari"/>
              </a:rPr>
              <a:t>बैंक या अधिकारी कभी नहीं माँगते</a:t>
            </a:r>
          </a:p>
        </p:txBody>
      </p:sp>
      <p:sp>
        <p:nvSpPr>
          <p:cNvPr id="46" name="Rounded Rectangle 45"/>
          <p:cNvSpPr/>
          <p:nvPr/>
        </p:nvSpPr>
        <p:spPr>
          <a:xfrm>
            <a:off x="4005072" y="3611880"/>
            <a:ext cx="3364992" cy="1207008"/>
          </a:xfrm>
          <a:prstGeom prst="roundRect">
            <a:avLst>
              <a:gd name="adj" fmla="val 10606"/>
            </a:avLst>
          </a:prstGeom>
          <a:solidFill>
            <a:srgbClr val="FFFFFF"/>
          </a:solidFill>
          <a:ln w="9525">
            <a:solidFill>
              <a:srgbClr val="D3DEE9"/>
            </a:solidFill>
          </a:ln>
          <a:effectLst/>
        </p:spPr>
        <p:txBody>
          <a:bodyPr rtlCol="0" anchor="ctr"/>
          <a:lstStyle/>
          <a:p>
            <a:pPr algn="ctr"/>
          </a:p>
        </p:txBody>
      </p:sp>
      <p:sp>
        <p:nvSpPr>
          <p:cNvPr id="47" name="Rounded Rectangle 46"/>
          <p:cNvSpPr/>
          <p:nvPr/>
        </p:nvSpPr>
        <p:spPr>
          <a:xfrm>
            <a:off x="4005072" y="3721608"/>
            <a:ext cx="64008" cy="987552"/>
          </a:xfrm>
          <a:prstGeom prst="roundRect">
            <a:avLst>
              <a:gd name="adj" fmla="val 42857"/>
            </a:avLst>
          </a:prstGeom>
          <a:solidFill>
            <a:srgbClr val="1E3A5F"/>
          </a:solidFill>
          <a:ln>
            <a:noFill/>
          </a:ln>
          <a:effectLst/>
        </p:spPr>
        <p:txBody>
          <a:bodyPr rtlCol="0" anchor="ctr"/>
          <a:lstStyle/>
          <a:p>
            <a:pPr algn="ctr"/>
          </a:p>
        </p:txBody>
      </p:sp>
      <p:sp>
        <p:nvSpPr>
          <p:cNvPr id="48" name="TextBox 47"/>
          <p:cNvSpPr txBox="1"/>
          <p:nvPr/>
        </p:nvSpPr>
        <p:spPr>
          <a:xfrm>
            <a:off x="4187952" y="3685032"/>
            <a:ext cx="3108960" cy="566928"/>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अनजान APK इंस्टॉल नहीं</a:t>
            </a:r>
          </a:p>
        </p:txBody>
      </p:sp>
      <p:sp>
        <p:nvSpPr>
          <p:cNvPr id="49" name="TextBox 48"/>
          <p:cNvSpPr txBox="1"/>
          <p:nvPr/>
        </p:nvSpPr>
        <p:spPr>
          <a:xfrm>
            <a:off x="4187952" y="4288536"/>
            <a:ext cx="3108960" cy="502920"/>
          </a:xfrm>
          <a:prstGeom prst="rect">
            <a:avLst/>
          </a:prstGeom>
          <a:noFill/>
        </p:spPr>
        <p:txBody>
          <a:bodyPr wrap="square" lIns="54864" tIns="27432" rIns="54864" bIns="27432" anchor="t">
            <a:spAutoFit/>
          </a:bodyPr>
          <a:lstStyle/>
          <a:p>
            <a:pPr algn="l"/>
            <a:r>
              <a:rPr lang="hi-IN" sz="1150" b="1">
                <a:solidFill>
                  <a:srgbClr val="3E4C5A"/>
                </a:solidFill>
                <a:latin typeface="Inter"/>
                <a:ea typeface="Inter"/>
                <a:cs typeface="Noto Sans Devanagari"/>
              </a:rPr>
              <a:t>"KYC.apk" जैसी फाइल = पूरा खाता खाली</a:t>
            </a:r>
          </a:p>
        </p:txBody>
      </p:sp>
      <p:sp>
        <p:nvSpPr>
          <p:cNvPr id="50" name="Rounded Rectangle 49"/>
          <p:cNvSpPr/>
          <p:nvPr/>
        </p:nvSpPr>
        <p:spPr>
          <a:xfrm>
            <a:off x="548640" y="4910328"/>
            <a:ext cx="3364992" cy="1207008"/>
          </a:xfrm>
          <a:prstGeom prst="roundRect">
            <a:avLst>
              <a:gd name="adj" fmla="val 10606"/>
            </a:avLst>
          </a:prstGeom>
          <a:solidFill>
            <a:srgbClr val="FFFFFF"/>
          </a:solidFill>
          <a:ln w="9525">
            <a:solidFill>
              <a:srgbClr val="D3DEE9"/>
            </a:solidFill>
          </a:ln>
          <a:effectLst/>
        </p:spPr>
        <p:txBody>
          <a:bodyPr rtlCol="0" anchor="ctr"/>
          <a:lstStyle/>
          <a:p>
            <a:pPr algn="ctr"/>
          </a:p>
        </p:txBody>
      </p:sp>
      <p:sp>
        <p:nvSpPr>
          <p:cNvPr id="51" name="Rounded Rectangle 50"/>
          <p:cNvSpPr/>
          <p:nvPr/>
        </p:nvSpPr>
        <p:spPr>
          <a:xfrm>
            <a:off x="548640" y="5020056"/>
            <a:ext cx="64008" cy="987552"/>
          </a:xfrm>
          <a:prstGeom prst="roundRect">
            <a:avLst>
              <a:gd name="adj" fmla="val 42857"/>
            </a:avLst>
          </a:prstGeom>
          <a:solidFill>
            <a:srgbClr val="1E3A5F"/>
          </a:solidFill>
          <a:ln>
            <a:noFill/>
          </a:ln>
          <a:effectLst/>
        </p:spPr>
        <p:txBody>
          <a:bodyPr rtlCol="0" anchor="ctr"/>
          <a:lstStyle/>
          <a:p>
            <a:pPr algn="ctr"/>
          </a:p>
        </p:txBody>
      </p:sp>
      <p:sp>
        <p:nvSpPr>
          <p:cNvPr id="52" name="TextBox 51"/>
          <p:cNvSpPr txBox="1"/>
          <p:nvPr/>
        </p:nvSpPr>
        <p:spPr>
          <a:xfrm>
            <a:off x="731520" y="4983480"/>
            <a:ext cx="3108960" cy="566928"/>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पैसा लेने के लिए QR स्कैन नहीं</a:t>
            </a:r>
          </a:p>
        </p:txBody>
      </p:sp>
      <p:sp>
        <p:nvSpPr>
          <p:cNvPr id="53" name="TextBox 52"/>
          <p:cNvSpPr txBox="1"/>
          <p:nvPr/>
        </p:nvSpPr>
        <p:spPr>
          <a:xfrm>
            <a:off x="731520" y="5586984"/>
            <a:ext cx="3108960" cy="502920"/>
          </a:xfrm>
          <a:prstGeom prst="rect">
            <a:avLst/>
          </a:prstGeom>
          <a:noFill/>
        </p:spPr>
        <p:txBody>
          <a:bodyPr wrap="square" lIns="54864" tIns="27432" rIns="54864" bIns="27432" anchor="t">
            <a:spAutoFit/>
          </a:bodyPr>
          <a:lstStyle/>
          <a:p>
            <a:pPr algn="l"/>
            <a:r>
              <a:rPr lang="hi-IN" sz="1150" b="1">
                <a:solidFill>
                  <a:srgbClr val="3E4C5A"/>
                </a:solidFill>
                <a:latin typeface="Inter"/>
                <a:ea typeface="Inter"/>
                <a:cs typeface="Noto Sans Devanagari"/>
              </a:rPr>
              <a:t>QR सिर्फ भुगतान देने के लिए है</a:t>
            </a:r>
          </a:p>
        </p:txBody>
      </p:sp>
      <p:sp>
        <p:nvSpPr>
          <p:cNvPr id="54" name="Rounded Rectangle 53"/>
          <p:cNvSpPr/>
          <p:nvPr/>
        </p:nvSpPr>
        <p:spPr>
          <a:xfrm>
            <a:off x="4005072" y="4910328"/>
            <a:ext cx="3364992" cy="1207008"/>
          </a:xfrm>
          <a:prstGeom prst="roundRect">
            <a:avLst>
              <a:gd name="adj" fmla="val 10606"/>
            </a:avLst>
          </a:prstGeom>
          <a:solidFill>
            <a:srgbClr val="FFFFFF"/>
          </a:solidFill>
          <a:ln w="9525">
            <a:solidFill>
              <a:srgbClr val="D3DEE9"/>
            </a:solidFill>
          </a:ln>
          <a:effectLst/>
        </p:spPr>
        <p:txBody>
          <a:bodyPr rtlCol="0" anchor="ctr"/>
          <a:lstStyle/>
          <a:p>
            <a:pPr algn="ctr"/>
          </a:p>
        </p:txBody>
      </p:sp>
      <p:sp>
        <p:nvSpPr>
          <p:cNvPr id="55" name="Rounded Rectangle 54"/>
          <p:cNvSpPr/>
          <p:nvPr/>
        </p:nvSpPr>
        <p:spPr>
          <a:xfrm>
            <a:off x="4005072" y="5020056"/>
            <a:ext cx="64008" cy="987552"/>
          </a:xfrm>
          <a:prstGeom prst="roundRect">
            <a:avLst>
              <a:gd name="adj" fmla="val 42857"/>
            </a:avLst>
          </a:prstGeom>
          <a:solidFill>
            <a:srgbClr val="1E3A5F"/>
          </a:solidFill>
          <a:ln>
            <a:noFill/>
          </a:ln>
          <a:effectLst/>
        </p:spPr>
        <p:txBody>
          <a:bodyPr rtlCol="0" anchor="ctr"/>
          <a:lstStyle/>
          <a:p>
            <a:pPr algn="ctr"/>
          </a:p>
        </p:txBody>
      </p:sp>
      <p:sp>
        <p:nvSpPr>
          <p:cNvPr id="56" name="TextBox 55"/>
          <p:cNvSpPr txBox="1"/>
          <p:nvPr/>
        </p:nvSpPr>
        <p:spPr>
          <a:xfrm>
            <a:off x="4187952" y="4983480"/>
            <a:ext cx="3108960" cy="566928"/>
          </a:xfrm>
          <a:prstGeom prst="rect">
            <a:avLst/>
          </a:prstGeom>
          <a:noFill/>
        </p:spPr>
        <p:txBody>
          <a:bodyPr wrap="square" lIns="54864" tIns="27432" rIns="54864" bIns="27432" anchor="t">
            <a:spAutoFit/>
          </a:bodyPr>
          <a:lstStyle/>
          <a:p>
            <a:pPr algn="l"/>
            <a:r>
              <a:rPr lang="hi-IN" sz="1350" b="1">
                <a:solidFill>
                  <a:srgbClr val="1E3A5F"/>
                </a:solidFill>
                <a:latin typeface="Inter"/>
                <a:ea typeface="Inter"/>
                <a:cs typeface="Noto Sans Devanagari"/>
              </a:rPr>
              <a:t>Screen Share / AnyDesk नहीं</a:t>
            </a:r>
          </a:p>
        </p:txBody>
      </p:sp>
      <p:sp>
        <p:nvSpPr>
          <p:cNvPr id="57" name="TextBox 56"/>
          <p:cNvSpPr txBox="1"/>
          <p:nvPr/>
        </p:nvSpPr>
        <p:spPr>
          <a:xfrm>
            <a:off x="4187952" y="5586984"/>
            <a:ext cx="3108960" cy="502920"/>
          </a:xfrm>
          <a:prstGeom prst="rect">
            <a:avLst/>
          </a:prstGeom>
          <a:noFill/>
        </p:spPr>
        <p:txBody>
          <a:bodyPr wrap="square" lIns="54864" tIns="27432" rIns="54864" bIns="27432" anchor="t">
            <a:spAutoFit/>
          </a:bodyPr>
          <a:lstStyle/>
          <a:p>
            <a:pPr algn="l"/>
            <a:r>
              <a:rPr lang="hi-IN" sz="1150" b="1">
                <a:solidFill>
                  <a:srgbClr val="3E4C5A"/>
                </a:solidFill>
                <a:latin typeface="Inter"/>
                <a:ea typeface="Inter"/>
                <a:cs typeface="Noto Sans Devanagari"/>
              </a:rPr>
              <a:t>स्क्रीन दिखाते ही OTP, PIN सब दिख जाता है</a:t>
            </a:r>
          </a:p>
        </p:txBody>
      </p:sp>
      <p:sp>
        <p:nvSpPr>
          <p:cNvPr id="58" name="Rounded Rectangle 57"/>
          <p:cNvSpPr/>
          <p:nvPr/>
        </p:nvSpPr>
        <p:spPr>
          <a:xfrm>
            <a:off x="7635240" y="2103120"/>
            <a:ext cx="4023360" cy="4069080"/>
          </a:xfrm>
          <a:prstGeom prst="roundRect">
            <a:avLst>
              <a:gd name="adj" fmla="val 3181"/>
            </a:avLst>
          </a:prstGeom>
          <a:solidFill>
            <a:srgbClr val="FFFFFF"/>
          </a:solidFill>
          <a:ln w="9525">
            <a:solidFill>
              <a:srgbClr val="D3DEE9"/>
            </a:solidFill>
          </a:ln>
          <a:effectLst/>
        </p:spPr>
        <p:txBody>
          <a:bodyPr rtlCol="0" anchor="ctr"/>
          <a:lstStyle/>
          <a:p>
            <a:pPr algn="ctr"/>
          </a:p>
        </p:txBody>
      </p:sp>
      <p:pic>
        <p:nvPicPr>
          <p:cNvPr id="59" name="Photo" descr="s09_e1d7ee62.png"/>
          <p:cNvPicPr>
            <a:picLocks noChangeAspect="1"/>
          </p:cNvPicPr>
          <p:nvPr/>
        </p:nvPicPr>
        <p:blipFill>
          <a:blip r:embed="rId3"/>
          <a:stretch>
            <a:fillRect/>
          </a:stretch>
        </p:blipFill>
        <p:spPr>
          <a:xfrm>
            <a:off x="7780173" y="2212848"/>
            <a:ext cx="3733493" cy="2788920"/>
          </a:xfrm>
          <a:prstGeom prst="rect">
            <a:avLst/>
          </a:prstGeom>
        </p:spPr>
      </p:pic>
      <p:sp>
        <p:nvSpPr>
          <p:cNvPr id="60" name="TextBox 59"/>
          <p:cNvSpPr txBox="1"/>
          <p:nvPr/>
        </p:nvSpPr>
        <p:spPr>
          <a:xfrm>
            <a:off x="7772400" y="5074920"/>
            <a:ext cx="3749039" cy="365760"/>
          </a:xfrm>
          <a:prstGeom prst="rect">
            <a:avLst/>
          </a:prstGeom>
          <a:noFill/>
        </p:spPr>
        <p:txBody>
          <a:bodyPr wrap="square" lIns="54864" tIns="27432" rIns="54864" bIns="27432" anchor="t">
            <a:spAutoFit/>
          </a:bodyPr>
          <a:lstStyle/>
          <a:p>
            <a:pPr algn="l"/>
            <a:r>
              <a:rPr lang="hi-IN" sz="1450" b="1">
                <a:solidFill>
                  <a:srgbClr val="1E3A5F"/>
                </a:solidFill>
                <a:latin typeface="Inter"/>
                <a:ea typeface="Inter"/>
                <a:cs typeface="Noto Sans Devanagari"/>
              </a:rPr>
              <a:t>यही है असली सुरक्षा</a:t>
            </a:r>
          </a:p>
        </p:txBody>
      </p:sp>
      <p:sp>
        <p:nvSpPr>
          <p:cNvPr id="61" name="TextBox 60"/>
          <p:cNvSpPr txBox="1"/>
          <p:nvPr/>
        </p:nvSpPr>
        <p:spPr>
          <a:xfrm>
            <a:off x="7772400" y="5440680"/>
            <a:ext cx="3749039" cy="685800"/>
          </a:xfrm>
          <a:prstGeom prst="rect">
            <a:avLst/>
          </a:prstGeom>
          <a:noFill/>
        </p:spPr>
        <p:txBody>
          <a:bodyPr wrap="square" lIns="54864" tIns="27432" rIns="54864" bIns="27432" anchor="t">
            <a:spAutoFit/>
          </a:bodyPr>
          <a:lstStyle/>
          <a:p>
            <a:pPr algn="l"/>
            <a:r>
              <a:rPr lang="hi-IN" sz="1250" b="1">
                <a:solidFill>
                  <a:srgbClr val="3E4C5A"/>
                </a:solidFill>
                <a:latin typeface="Inter"/>
                <a:ea typeface="Inter"/>
                <a:cs typeface="Noto Sans Devanagari"/>
              </a:rPr>
              <a:t>जल्दबाज़ी ठग का हथियार है। रुकना आपका।</a:t>
            </a:r>
          </a:p>
        </p:txBody>
      </p:sp>
      <p:pic>
        <p:nvPicPr>
          <p:cNvPr id="62" name="Eagle Logo" descr="eagle"/>
          <p:cNvPicPr>
            <a:picLocks noChangeAspect="1"/>
          </p:cNvPicPr>
          <p:nvPr/>
        </p:nvPicPr>
        <p:blipFill>
          <a:blip r:embed="rId100"/>
          <a:stretch>
            <a:fillRect/>
          </a:stretch>
        </p:blipFill>
        <p:spPr>
          <a:xfrm>
            <a:off x="11625072" y="240000"/>
            <a:ext cx="475488" cy="4754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50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50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50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500"/>
                                        <p:tgtEl>
                                          <p:spTgt spid="32"/>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500"/>
                                        <p:tgtEl>
                                          <p:spTgt spid="3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500"/>
                                        <p:tgtEl>
                                          <p:spTgt spid="3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500"/>
                                        <p:tgtEl>
                                          <p:spTgt spid="38"/>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500"/>
                                        <p:tgtEl>
                                          <p:spTgt spid="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500"/>
                                        <p:tgtEl>
                                          <p:spTgt spid="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500"/>
                                        <p:tgtEl>
                                          <p:spTgt spid="41"/>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42"/>
                                        </p:tgtEl>
                                        <p:attrNameLst>
                                          <p:attrName>style.visibility</p:attrName>
                                        </p:attrNameLst>
                                      </p:cBhvr>
                                      <p:to>
                                        <p:strVal val="visible"/>
                                      </p:to>
                                    </p:set>
                                    <p:animEffect transition="in" filter="fade">
                                      <p:cBhvr>
                                        <p:cTn id="129" dur="500"/>
                                        <p:tgtEl>
                                          <p:spTgt spid="42"/>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3"/>
                                        </p:tgtEl>
                                        <p:attrNameLst>
                                          <p:attrName>style.visibility</p:attrName>
                                        </p:attrNameLst>
                                      </p:cBhvr>
                                      <p:to>
                                        <p:strVal val="visible"/>
                                      </p:to>
                                    </p:set>
                                    <p:animEffect transition="in" filter="fade">
                                      <p:cBhvr>
                                        <p:cTn id="132" dur="500"/>
                                        <p:tgtEl>
                                          <p:spTgt spid="43"/>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4"/>
                                        </p:tgtEl>
                                        <p:attrNameLst>
                                          <p:attrName>style.visibility</p:attrName>
                                        </p:attrNameLst>
                                      </p:cBhvr>
                                      <p:to>
                                        <p:strVal val="visible"/>
                                      </p:to>
                                    </p:set>
                                    <p:animEffect transition="in" filter="fade">
                                      <p:cBhvr>
                                        <p:cTn id="135" dur="500"/>
                                        <p:tgtEl>
                                          <p:spTgt spid="44"/>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8" dur="500"/>
                                        <p:tgtEl>
                                          <p:spTgt spid="45"/>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46"/>
                                        </p:tgtEl>
                                        <p:attrNameLst>
                                          <p:attrName>style.visibility</p:attrName>
                                        </p:attrNameLst>
                                      </p:cBhvr>
                                      <p:to>
                                        <p:strVal val="visible"/>
                                      </p:to>
                                    </p:set>
                                    <p:animEffect transition="in" filter="fade">
                                      <p:cBhvr>
                                        <p:cTn id="143" dur="500"/>
                                        <p:tgtEl>
                                          <p:spTgt spid="46"/>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7"/>
                                        </p:tgtEl>
                                        <p:attrNameLst>
                                          <p:attrName>style.visibility</p:attrName>
                                        </p:attrNameLst>
                                      </p:cBhvr>
                                      <p:to>
                                        <p:strVal val="visible"/>
                                      </p:to>
                                    </p:set>
                                    <p:animEffect transition="in" filter="fade">
                                      <p:cBhvr>
                                        <p:cTn id="146" dur="500"/>
                                        <p:tgtEl>
                                          <p:spTgt spid="47"/>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48"/>
                                        </p:tgtEl>
                                        <p:attrNameLst>
                                          <p:attrName>style.visibility</p:attrName>
                                        </p:attrNameLst>
                                      </p:cBhvr>
                                      <p:to>
                                        <p:strVal val="visible"/>
                                      </p:to>
                                    </p:set>
                                    <p:animEffect transition="in" filter="fade">
                                      <p:cBhvr>
                                        <p:cTn id="149" dur="500"/>
                                        <p:tgtEl>
                                          <p:spTgt spid="48"/>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49"/>
                                        </p:tgtEl>
                                        <p:attrNameLst>
                                          <p:attrName>style.visibility</p:attrName>
                                        </p:attrNameLst>
                                      </p:cBhvr>
                                      <p:to>
                                        <p:strVal val="visible"/>
                                      </p:to>
                                    </p:set>
                                    <p:animEffect transition="in" filter="fade">
                                      <p:cBhvr>
                                        <p:cTn id="152" dur="500"/>
                                        <p:tgtEl>
                                          <p:spTgt spid="49"/>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0"/>
                                        </p:tgtEl>
                                        <p:attrNameLst>
                                          <p:attrName>style.visibility</p:attrName>
                                        </p:attrNameLst>
                                      </p:cBhvr>
                                      <p:to>
                                        <p:strVal val="visible"/>
                                      </p:to>
                                    </p:set>
                                    <p:animEffect transition="in" filter="fade">
                                      <p:cBhvr>
                                        <p:cTn id="157" dur="500"/>
                                        <p:tgtEl>
                                          <p:spTgt spid="50"/>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1"/>
                                        </p:tgtEl>
                                        <p:attrNameLst>
                                          <p:attrName>style.visibility</p:attrName>
                                        </p:attrNameLst>
                                      </p:cBhvr>
                                      <p:to>
                                        <p:strVal val="visible"/>
                                      </p:to>
                                    </p:set>
                                    <p:animEffect transition="in" filter="fade">
                                      <p:cBhvr>
                                        <p:cTn id="160" dur="500"/>
                                        <p:tgtEl>
                                          <p:spTgt spid="51"/>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2"/>
                                        </p:tgtEl>
                                        <p:attrNameLst>
                                          <p:attrName>style.visibility</p:attrName>
                                        </p:attrNameLst>
                                      </p:cBhvr>
                                      <p:to>
                                        <p:strVal val="visible"/>
                                      </p:to>
                                    </p:set>
                                    <p:animEffect transition="in" filter="fade">
                                      <p:cBhvr>
                                        <p:cTn id="163" dur="500"/>
                                        <p:tgtEl>
                                          <p:spTgt spid="52"/>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3"/>
                                        </p:tgtEl>
                                        <p:attrNameLst>
                                          <p:attrName>style.visibility</p:attrName>
                                        </p:attrNameLst>
                                      </p:cBhvr>
                                      <p:to>
                                        <p:strVal val="visible"/>
                                      </p:to>
                                    </p:set>
                                    <p:animEffect transition="in" filter="fade">
                                      <p:cBhvr>
                                        <p:cTn id="166" dur="500"/>
                                        <p:tgtEl>
                                          <p:spTgt spid="53"/>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grpId="0" nodeType="clickEffect">
                                  <p:stCondLst>
                                    <p:cond delay="0"/>
                                  </p:stCondLst>
                                  <p:childTnLst>
                                    <p:set>
                                      <p:cBhvr>
                                        <p:cTn id="170" dur="1" fill="hold">
                                          <p:stCondLst>
                                            <p:cond delay="0"/>
                                          </p:stCondLst>
                                        </p:cTn>
                                        <p:tgtEl>
                                          <p:spTgt spid="54"/>
                                        </p:tgtEl>
                                        <p:attrNameLst>
                                          <p:attrName>style.visibility</p:attrName>
                                        </p:attrNameLst>
                                      </p:cBhvr>
                                      <p:to>
                                        <p:strVal val="visible"/>
                                      </p:to>
                                    </p:set>
                                    <p:animEffect transition="in" filter="fade">
                                      <p:cBhvr>
                                        <p:cTn id="171" dur="500"/>
                                        <p:tgtEl>
                                          <p:spTgt spid="54"/>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55"/>
                                        </p:tgtEl>
                                        <p:attrNameLst>
                                          <p:attrName>style.visibility</p:attrName>
                                        </p:attrNameLst>
                                      </p:cBhvr>
                                      <p:to>
                                        <p:strVal val="visible"/>
                                      </p:to>
                                    </p:set>
                                    <p:animEffect transition="in" filter="fade">
                                      <p:cBhvr>
                                        <p:cTn id="174" dur="500"/>
                                        <p:tgtEl>
                                          <p:spTgt spid="55"/>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56"/>
                                        </p:tgtEl>
                                        <p:attrNameLst>
                                          <p:attrName>style.visibility</p:attrName>
                                        </p:attrNameLst>
                                      </p:cBhvr>
                                      <p:to>
                                        <p:strVal val="visible"/>
                                      </p:to>
                                    </p:set>
                                    <p:animEffect transition="in" filter="fade">
                                      <p:cBhvr>
                                        <p:cTn id="177" dur="500"/>
                                        <p:tgtEl>
                                          <p:spTgt spid="56"/>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57"/>
                                        </p:tgtEl>
                                        <p:attrNameLst>
                                          <p:attrName>style.visibility</p:attrName>
                                        </p:attrNameLst>
                                      </p:cBhvr>
                                      <p:to>
                                        <p:strVal val="visible"/>
                                      </p:to>
                                    </p:set>
                                    <p:animEffect transition="in" filter="fade">
                                      <p:cBhvr>
                                        <p:cTn id="180" dur="500"/>
                                        <p:tgtEl>
                                          <p:spTgt spid="57"/>
                                        </p:tgtEl>
                                      </p:cBhvr>
                                    </p:animEffect>
                                  </p:childTnLst>
                                </p:cTn>
                              </p:par>
                            </p:childTnLst>
                          </p:cTn>
                        </p:par>
                      </p:childTnLst>
                    </p:cTn>
                  </p:par>
                  <p:par>
                    <p:cTn id="181" fill="hold">
                      <p:stCondLst>
                        <p:cond delay="indefinite"/>
                      </p:stCondLst>
                      <p:childTnLst>
                        <p:par>
                          <p:cTn id="182" fill="hold">
                            <p:stCondLst>
                              <p:cond delay="0"/>
                            </p:stCondLst>
                            <p:childTnLst>
                              <p:par>
                                <p:cTn id="183" presetID="10" presetClass="entr" presetSubtype="0" fill="hold" grpId="0" nodeType="clickEffect">
                                  <p:stCondLst>
                                    <p:cond delay="0"/>
                                  </p:stCondLst>
                                  <p:childTnLst>
                                    <p:set>
                                      <p:cBhvr>
                                        <p:cTn id="184" dur="1" fill="hold">
                                          <p:stCondLst>
                                            <p:cond delay="0"/>
                                          </p:stCondLst>
                                        </p:cTn>
                                        <p:tgtEl>
                                          <p:spTgt spid="58"/>
                                        </p:tgtEl>
                                        <p:attrNameLst>
                                          <p:attrName>style.visibility</p:attrName>
                                        </p:attrNameLst>
                                      </p:cBhvr>
                                      <p:to>
                                        <p:strVal val="visible"/>
                                      </p:to>
                                    </p:set>
                                    <p:animEffect transition="in" filter="fade">
                                      <p:cBhvr>
                                        <p:cTn id="185" dur="500"/>
                                        <p:tgtEl>
                                          <p:spTgt spid="58"/>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59"/>
                                        </p:tgtEl>
                                        <p:attrNameLst>
                                          <p:attrName>style.visibility</p:attrName>
                                        </p:attrNameLst>
                                      </p:cBhvr>
                                      <p:to>
                                        <p:strVal val="visible"/>
                                      </p:to>
                                    </p:set>
                                    <p:animEffect transition="in" filter="fade">
                                      <p:cBhvr>
                                        <p:cTn id="188" dur="500"/>
                                        <p:tgtEl>
                                          <p:spTgt spid="59"/>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60"/>
                                        </p:tgtEl>
                                        <p:attrNameLst>
                                          <p:attrName>style.visibility</p:attrName>
                                        </p:attrNameLst>
                                      </p:cBhvr>
                                      <p:to>
                                        <p:strVal val="visible"/>
                                      </p:to>
                                    </p:set>
                                    <p:animEffect transition="in" filter="fade">
                                      <p:cBhvr>
                                        <p:cTn id="191" dur="500"/>
                                        <p:tgtEl>
                                          <p:spTgt spid="60"/>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61"/>
                                        </p:tgtEl>
                                        <p:attrNameLst>
                                          <p:attrName>style.visibility</p:attrName>
                                        </p:attrNameLst>
                                      </p:cBhvr>
                                      <p:to>
                                        <p:strVal val="visible"/>
                                      </p:to>
                                    </p:set>
                                    <p:animEffect transition="in" filter="fade">
                                      <p:cBhvr>
                                        <p:cTn id="19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animBg="1"/>
      <p:bldP spid="11" grpId="0"/>
      <p:bldP spid="12" grpId="0"/>
      <p:bldP spid="13" grpId="0" animBg="1"/>
      <p:bldP spid="14" grpId="0" animBg="1"/>
      <p:bldP spid="15" grpId="0"/>
      <p:bldP spid="16" grpId="0"/>
      <p:bldP spid="17" grpId="0" animBg="1"/>
      <p:bldP spid="18" grpId="0" animBg="1"/>
      <p:bldP spid="19" grpId="0"/>
      <p:bldP spid="20" grpId="0"/>
      <p:bldP spid="21" grpId="0" animBg="1"/>
      <p:bldP spid="22" grpId="0" animBg="1"/>
      <p:bldP spid="23" grpId="0"/>
      <p:bldP spid="24" grpId="0"/>
      <p:bldP spid="25" grpId="0" animBg="1"/>
      <p:bldP spid="26" grpId="0" animBg="1"/>
      <p:bldP spid="27" grpId="0"/>
      <p:bldP spid="28" grpId="0"/>
      <p:bldP spid="29" grpId="0" animBg="1"/>
      <p:bldP spid="30" grpId="0" animBg="1"/>
      <p:bldP spid="31" grpId="0"/>
      <p:bldP spid="32" grpId="0"/>
      <p:bldP spid="33" grpId="0" animBg="1"/>
      <p:bldP spid="34" grpId="0"/>
      <p:bldP spid="35" grpId="0"/>
      <p:bldP spid="36" grpId="0" animBg="1"/>
      <p:bldP spid="37" grpId="0"/>
      <p:bldP spid="38" grpId="0"/>
      <p:bldP spid="39" grpId="0" animBg="1"/>
      <p:bldP spid="40" grpId="0"/>
      <p:bldP spid="41" grpId="0"/>
      <p:bldP spid="42" grpId="0" animBg="1"/>
      <p:bldP spid="43" grpId="0" animBg="1"/>
      <p:bldP spid="44" grpId="0"/>
      <p:bldP spid="45" grpId="0"/>
      <p:bldP spid="46" grpId="0" animBg="1"/>
      <p:bldP spid="47" grpId="0" animBg="1"/>
      <p:bldP spid="48" grpId="0"/>
      <p:bldP spid="49" grpId="0"/>
      <p:bldP spid="50" grpId="0" animBg="1"/>
      <p:bldP spid="51" grpId="0" animBg="1"/>
      <p:bldP spid="52" grpId="0"/>
      <p:bldP spid="53" grpId="0"/>
      <p:bldP spid="54" grpId="0" animBg="1"/>
      <p:bldP spid="55" grpId="0" animBg="1"/>
      <p:bldP spid="56" grpId="0"/>
      <p:bldP spid="57" grpId="0"/>
      <p:bldP spid="58" grpId="0" animBg="1"/>
      <p:bldP spid="60" grpId="0"/>
      <p:bldP spid="61" grpId="0"/>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ipL"/>
          <p:cNvSpPr/>
          <p:nvPr/>
        </p:nvSpPr>
        <p:spPr>
          <a:xfrm>
            <a:off x="0" y="0"/>
            <a:ext cx="4063898" cy="64008"/>
          </a:xfrm>
          <a:prstGeom prst="rect">
            <a:avLst/>
          </a:prstGeom>
          <a:solidFill>
            <a:srgbClr val="1E3A5F"/>
          </a:solidFill>
          <a:ln>
            <a:noFill/>
          </a:ln>
          <a:effectLst/>
        </p:spPr>
        <p:txBody>
          <a:bodyPr rtlCol="0" anchor="ctr"/>
          <a:lstStyle/>
          <a:p>
            <a:pPr algn="ctr"/>
          </a:p>
        </p:txBody>
      </p:sp>
      <p:sp>
        <p:nvSpPr>
          <p:cNvPr id="3" name="StripM"/>
          <p:cNvSpPr/>
          <p:nvPr/>
        </p:nvSpPr>
        <p:spPr>
          <a:xfrm>
            <a:off x="4063898" y="0"/>
            <a:ext cx="4063898" cy="64008"/>
          </a:xfrm>
          <a:prstGeom prst="rect">
            <a:avLst/>
          </a:prstGeom>
          <a:solidFill>
            <a:srgbClr val="1E3A5F"/>
          </a:solidFill>
          <a:ln>
            <a:noFill/>
          </a:ln>
          <a:effectLst/>
        </p:spPr>
        <p:txBody>
          <a:bodyPr rtlCol="0" anchor="ctr"/>
          <a:lstStyle/>
          <a:p>
            <a:pPr algn="ctr"/>
          </a:p>
        </p:txBody>
      </p:sp>
      <p:sp>
        <p:nvSpPr>
          <p:cNvPr id="4" name="StripR"/>
          <p:cNvSpPr/>
          <p:nvPr/>
        </p:nvSpPr>
        <p:spPr>
          <a:xfrm>
            <a:off x="8127796" y="0"/>
            <a:ext cx="4063898" cy="64008"/>
          </a:xfrm>
          <a:prstGeom prst="rect">
            <a:avLst/>
          </a:prstGeom>
          <a:solidFill>
            <a:srgbClr val="C0912B"/>
          </a:solidFill>
          <a:ln>
            <a:noFill/>
          </a:ln>
          <a:effectLst/>
        </p:spPr>
        <p:txBody>
          <a:bodyPr rtlCol="0" anchor="ctr"/>
          <a:lstStyle/>
          <a:p>
            <a:pPr algn="ctr"/>
          </a:p>
        </p:txBody>
      </p:sp>
      <p:pic>
        <p:nvPicPr>
          <p:cNvPr id="5" name="BSF Logo" descr="image.png"/>
          <p:cNvPicPr>
            <a:picLocks noChangeAspect="1"/>
          </p:cNvPicPr>
          <p:nvPr/>
        </p:nvPicPr>
        <p:blipFill>
          <a:blip r:embed="rId2"/>
          <a:stretch>
            <a:fillRect/>
          </a:stretch>
        </p:blipFill>
        <p:spPr>
          <a:xfrm>
            <a:off x="91440" y="240000"/>
            <a:ext cx="475488" cy="475488"/>
          </a:xfrm>
          <a:prstGeom prst="rect">
            <a:avLst/>
          </a:prstGeom>
        </p:spPr>
      </p:pic>
      <p:sp>
        <p:nvSpPr>
          <p:cNvPr id="6" name="Title"/>
          <p:cNvSpPr txBox="1"/>
          <p:nvPr/>
        </p:nvSpPr>
        <p:spPr>
          <a:xfrm>
            <a:off x="713232" y="182880"/>
            <a:ext cx="10424160" cy="640080"/>
          </a:xfrm>
          <a:prstGeom prst="rect">
            <a:avLst/>
          </a:prstGeom>
          <a:noFill/>
        </p:spPr>
        <p:txBody>
          <a:bodyPr wrap="square" lIns="54864" tIns="27432" rIns="54864" bIns="27432" anchor="ctr">
            <a:spAutoFit/>
          </a:bodyPr>
          <a:lstStyle/>
          <a:p>
            <a:pPr algn="l"/>
            <a:r>
              <a:rPr lang="hi-IN" sz="3000" b="1">
                <a:solidFill>
                  <a:srgbClr val="1E3A5F"/>
                </a:solidFill>
                <a:latin typeface="Inter"/>
                <a:ea typeface="Inter"/>
                <a:cs typeface="Noto Sans Devanagari"/>
              </a:rPr>
              <a:t>M0: रुकिए, सोचिए और </a:t>
            </a:r>
            <a:r>
              <a:rPr lang="hi-IN" sz="3000" b="1">
                <a:solidFill>
                  <a:srgbClr val="1E3A5F"/>
                </a:solidFill>
                <a:latin typeface="Inter"/>
                <a:ea typeface="Inter"/>
                <a:cs typeface="Noto Sans Devanagari"/>
              </a:rPr>
              <a:t>करके देखिए</a:t>
            </a:r>
          </a:p>
        </p:txBody>
      </p:sp>
      <p:sp>
        <p:nvSpPr>
          <p:cNvPr id="7" name="SlideNo"/>
          <p:cNvSpPr txBox="1"/>
          <p:nvPr/>
        </p:nvSpPr>
        <p:spPr>
          <a:xfrm>
            <a:off x="10625328" y="6510528"/>
            <a:ext cx="1417320" cy="274320"/>
          </a:xfrm>
          <a:prstGeom prst="rect">
            <a:avLst/>
          </a:prstGeom>
          <a:noFill/>
        </p:spPr>
        <p:txBody>
          <a:bodyPr wrap="square" lIns="0" tIns="0" rIns="0" bIns="0" anchor="t">
            <a:spAutoFit/>
          </a:bodyPr>
          <a:lstStyle/>
          <a:p>
            <a:pPr algn="r"/>
            <a:r>
              <a:rPr lang="hi-IN" sz="1000" b="1">
                <a:solidFill>
                  <a:srgbClr val="3E4C5A"/>
                </a:solidFill>
                <a:latin typeface="Inter"/>
                <a:ea typeface="Inter"/>
                <a:cs typeface="Noto Sans Devanagari"/>
              </a:rPr>
              <a:t>08 / 9</a:t>
            </a:r>
          </a:p>
        </p:txBody>
      </p:sp>
      <p:sp>
        <p:nvSpPr>
          <p:cNvPr id="8" name="Rounded Rectangle 7"/>
          <p:cNvSpPr/>
          <p:nvPr/>
        </p:nvSpPr>
        <p:spPr>
          <a:xfrm>
            <a:off x="548640" y="1097280"/>
            <a:ext cx="6949440" cy="5257800"/>
          </a:xfrm>
          <a:prstGeom prst="roundRect">
            <a:avLst>
              <a:gd name="adj" fmla="val 2434"/>
            </a:avLst>
          </a:prstGeom>
          <a:solidFill>
            <a:srgbClr val="F1F5FA"/>
          </a:solidFill>
          <a:ln w="9525">
            <a:solidFill>
              <a:srgbClr val="D3DEE9"/>
            </a:solidFill>
          </a:ln>
          <a:effectLst/>
        </p:spPr>
        <p:txBody>
          <a:bodyPr rtlCol="0" anchor="ctr"/>
          <a:lstStyle/>
          <a:p>
            <a:pPr algn="ctr"/>
          </a:p>
        </p:txBody>
      </p:sp>
      <p:sp>
        <p:nvSpPr>
          <p:cNvPr id="9" name="TextBox 8"/>
          <p:cNvSpPr txBox="1"/>
          <p:nvPr/>
        </p:nvSpPr>
        <p:spPr>
          <a:xfrm>
            <a:off x="777240" y="1188720"/>
            <a:ext cx="6492240" cy="457200"/>
          </a:xfrm>
          <a:prstGeom prst="rect">
            <a:avLst/>
          </a:prstGeom>
          <a:noFill/>
        </p:spPr>
        <p:txBody>
          <a:bodyPr wrap="square" lIns="54864" tIns="27432" rIns="54864" bIns="27432" anchor="t">
            <a:spAutoFit/>
          </a:bodyPr>
          <a:lstStyle/>
          <a:p>
            <a:pPr algn="l"/>
            <a:r>
              <a:rPr lang="hi-IN" sz="2200" b="1">
                <a:solidFill>
                  <a:srgbClr val="1E3A5F"/>
                </a:solidFill>
                <a:latin typeface="Inter"/>
                <a:ea typeface="Inter"/>
                <a:cs typeface="Noto Sans Devanagari"/>
              </a:rPr>
              <a:t>सोचिए: सच या झूठ?</a:t>
            </a:r>
          </a:p>
        </p:txBody>
      </p:sp>
      <p:sp>
        <p:nvSpPr>
          <p:cNvPr id="10" name="Rounded Rectangle 9"/>
          <p:cNvSpPr/>
          <p:nvPr/>
        </p:nvSpPr>
        <p:spPr>
          <a:xfrm>
            <a:off x="777240" y="1783080"/>
            <a:ext cx="6492240" cy="1371600"/>
          </a:xfrm>
          <a:prstGeom prst="roundRect">
            <a:avLst>
              <a:gd name="adj" fmla="val 9333"/>
            </a:avLst>
          </a:prstGeom>
          <a:solidFill>
            <a:srgbClr val="FFFFFF"/>
          </a:solidFill>
          <a:ln w="9525">
            <a:solidFill>
              <a:srgbClr val="D3DEE9"/>
            </a:solidFill>
          </a:ln>
          <a:effectLst/>
        </p:spPr>
        <p:txBody>
          <a:bodyPr rtlCol="0" anchor="ctr"/>
          <a:lstStyle/>
          <a:p>
            <a:pPr algn="ctr"/>
          </a:p>
        </p:txBody>
      </p:sp>
      <p:sp>
        <p:nvSpPr>
          <p:cNvPr id="11" name="Oval 10"/>
          <p:cNvSpPr/>
          <p:nvPr/>
        </p:nvSpPr>
        <p:spPr>
          <a:xfrm>
            <a:off x="914400" y="2240280"/>
            <a:ext cx="457200" cy="457200"/>
          </a:xfrm>
          <a:prstGeom prst="ellipse">
            <a:avLst/>
          </a:prstGeom>
          <a:solidFill>
            <a:srgbClr val="1E3A5F"/>
          </a:solidFill>
          <a:ln>
            <a:noFill/>
          </a:ln>
          <a:effectLst/>
        </p:spPr>
        <p:txBody>
          <a:bodyPr rtlCol="0" anchor="ctr"/>
          <a:lstStyle/>
          <a:p>
            <a:pPr algn="ctr"/>
          </a:p>
        </p:txBody>
      </p:sp>
      <p:sp>
        <p:nvSpPr>
          <p:cNvPr id="12" name="TextBox 11"/>
          <p:cNvSpPr txBox="1"/>
          <p:nvPr/>
        </p:nvSpPr>
        <p:spPr>
          <a:xfrm>
            <a:off x="914400" y="2240280"/>
            <a:ext cx="457200" cy="457200"/>
          </a:xfrm>
          <a:prstGeom prst="rect">
            <a:avLst/>
          </a:prstGeom>
          <a:noFill/>
        </p:spPr>
        <p:txBody>
          <a:bodyPr wrap="square" lIns="0" tIns="0" rIns="0" bIns="0" anchor="ctr">
            <a:spAutoFit/>
          </a:bodyPr>
          <a:lstStyle/>
          <a:p>
            <a:pPr algn="ctr"/>
            <a:r>
              <a:rPr lang="hi-IN" sz="1600" b="1">
                <a:solidFill>
                  <a:srgbClr val="FFFFFF"/>
                </a:solidFill>
                <a:latin typeface="Inter"/>
                <a:ea typeface="Inter"/>
                <a:cs typeface="Noto Sans Devanagari"/>
              </a:rPr>
              <a:t>1</a:t>
            </a:r>
          </a:p>
        </p:txBody>
      </p:sp>
      <p:sp>
        <p:nvSpPr>
          <p:cNvPr id="13" name="TextBox 12"/>
          <p:cNvSpPr txBox="1"/>
          <p:nvPr/>
        </p:nvSpPr>
        <p:spPr>
          <a:xfrm>
            <a:off x="1554480" y="1874519"/>
            <a:ext cx="4160520" cy="1188720"/>
          </a:xfrm>
          <a:prstGeom prst="rect">
            <a:avLst/>
          </a:prstGeom>
          <a:noFill/>
        </p:spPr>
        <p:txBody>
          <a:bodyPr wrap="square" lIns="54864" tIns="27432" rIns="54864" bIns="27432" anchor="ctr">
            <a:spAutoFit/>
          </a:bodyPr>
          <a:lstStyle/>
          <a:p>
            <a:pPr algn="l"/>
            <a:r>
              <a:rPr lang="hi-IN" sz="1700" b="1">
                <a:solidFill>
                  <a:srgbClr val="1E3A5F"/>
                </a:solidFill>
                <a:latin typeface="Inter"/>
                <a:ea typeface="Inter"/>
                <a:cs typeface="Noto Sans Devanagari"/>
              </a:rPr>
              <a:t>बैंक का अफसर कह रहा है, तो OTP बताने में कोई हर्ज नहीं।</a:t>
            </a:r>
          </a:p>
        </p:txBody>
      </p:sp>
      <p:sp>
        <p:nvSpPr>
          <p:cNvPr id="14" name="Rounded Rectangle 13"/>
          <p:cNvSpPr/>
          <p:nvPr/>
        </p:nvSpPr>
        <p:spPr>
          <a:xfrm>
            <a:off x="5806440" y="2039112"/>
            <a:ext cx="685800" cy="384048"/>
          </a:xfrm>
          <a:prstGeom prst="roundRect">
            <a:avLst>
              <a:gd name="adj" fmla="val 50000"/>
            </a:avLst>
          </a:prstGeom>
          <a:solidFill>
            <a:srgbClr val="F1F5FA"/>
          </a:solidFill>
          <a:ln>
            <a:noFill/>
          </a:ln>
          <a:effectLst/>
        </p:spPr>
        <p:txBody>
          <a:bodyPr rtlCol="0" anchor="ctr"/>
          <a:lstStyle/>
          <a:p>
            <a:pPr algn="ctr"/>
          </a:p>
        </p:txBody>
      </p:sp>
      <p:sp>
        <p:nvSpPr>
          <p:cNvPr id="15" name="TextBox 14"/>
          <p:cNvSpPr txBox="1"/>
          <p:nvPr/>
        </p:nvSpPr>
        <p:spPr>
          <a:xfrm>
            <a:off x="5806440" y="2039112"/>
            <a:ext cx="685800" cy="384048"/>
          </a:xfrm>
          <a:prstGeom prst="rect">
            <a:avLst/>
          </a:prstGeom>
          <a:noFill/>
        </p:spPr>
        <p:txBody>
          <a:bodyPr wrap="square" lIns="73152" tIns="0" rIns="73152" bIns="0" anchor="ctr">
            <a:spAutoFit/>
          </a:bodyPr>
          <a:lstStyle/>
          <a:p>
            <a:pPr algn="ctr"/>
            <a:r>
              <a:rPr lang="hi-IN" sz="1400" b="1">
                <a:solidFill>
                  <a:srgbClr val="1E3A5F"/>
                </a:solidFill>
                <a:latin typeface="Inter"/>
                <a:ea typeface="Inter"/>
                <a:cs typeface="Noto Sans Devanagari"/>
              </a:rPr>
              <a:t>सच</a:t>
            </a:r>
          </a:p>
        </p:txBody>
      </p:sp>
      <p:sp>
        <p:nvSpPr>
          <p:cNvPr id="16" name="Rounded Rectangle 15"/>
          <p:cNvSpPr/>
          <p:nvPr/>
        </p:nvSpPr>
        <p:spPr>
          <a:xfrm>
            <a:off x="5806440" y="2514600"/>
            <a:ext cx="685800" cy="384048"/>
          </a:xfrm>
          <a:prstGeom prst="roundRect">
            <a:avLst>
              <a:gd name="adj" fmla="val 50000"/>
            </a:avLst>
          </a:prstGeom>
          <a:solidFill>
            <a:srgbClr val="F1F5FA"/>
          </a:solidFill>
          <a:ln>
            <a:noFill/>
          </a:ln>
          <a:effectLst/>
        </p:spPr>
        <p:txBody>
          <a:bodyPr rtlCol="0" anchor="ctr"/>
          <a:lstStyle/>
          <a:p>
            <a:pPr algn="ctr"/>
          </a:p>
        </p:txBody>
      </p:sp>
      <p:sp>
        <p:nvSpPr>
          <p:cNvPr id="17" name="TextBox 16"/>
          <p:cNvSpPr txBox="1"/>
          <p:nvPr/>
        </p:nvSpPr>
        <p:spPr>
          <a:xfrm>
            <a:off x="5806440" y="2514600"/>
            <a:ext cx="685800" cy="384048"/>
          </a:xfrm>
          <a:prstGeom prst="rect">
            <a:avLst/>
          </a:prstGeom>
          <a:noFill/>
        </p:spPr>
        <p:txBody>
          <a:bodyPr wrap="square" lIns="73152" tIns="0" rIns="73152" bIns="0" anchor="ctr">
            <a:spAutoFit/>
          </a:bodyPr>
          <a:lstStyle/>
          <a:p>
            <a:pPr algn="ctr"/>
            <a:r>
              <a:rPr lang="hi-IN" sz="1400" b="1">
                <a:solidFill>
                  <a:srgbClr val="1E3A5F"/>
                </a:solidFill>
                <a:latin typeface="Inter"/>
                <a:ea typeface="Inter"/>
                <a:cs typeface="Noto Sans Devanagari"/>
              </a:rPr>
              <a:t>झूठ</a:t>
            </a:r>
          </a:p>
        </p:txBody>
      </p:sp>
      <p:sp>
        <p:nvSpPr>
          <p:cNvPr id="18" name="Rounded Rectangle 17"/>
          <p:cNvSpPr/>
          <p:nvPr/>
        </p:nvSpPr>
        <p:spPr>
          <a:xfrm>
            <a:off x="777240" y="3264408"/>
            <a:ext cx="6492240" cy="1371600"/>
          </a:xfrm>
          <a:prstGeom prst="roundRect">
            <a:avLst>
              <a:gd name="adj" fmla="val 9333"/>
            </a:avLst>
          </a:prstGeom>
          <a:solidFill>
            <a:srgbClr val="FFFFFF"/>
          </a:solidFill>
          <a:ln w="9525">
            <a:solidFill>
              <a:srgbClr val="D3DEE9"/>
            </a:solidFill>
          </a:ln>
          <a:effectLst/>
        </p:spPr>
        <p:txBody>
          <a:bodyPr rtlCol="0" anchor="ctr"/>
          <a:lstStyle/>
          <a:p>
            <a:pPr algn="ctr"/>
          </a:p>
        </p:txBody>
      </p:sp>
      <p:sp>
        <p:nvSpPr>
          <p:cNvPr id="19" name="Oval 18"/>
          <p:cNvSpPr/>
          <p:nvPr/>
        </p:nvSpPr>
        <p:spPr>
          <a:xfrm>
            <a:off x="914400" y="3721608"/>
            <a:ext cx="457200" cy="457200"/>
          </a:xfrm>
          <a:prstGeom prst="ellipse">
            <a:avLst/>
          </a:prstGeom>
          <a:solidFill>
            <a:srgbClr val="1E3A5F"/>
          </a:solidFill>
          <a:ln>
            <a:noFill/>
          </a:ln>
          <a:effectLst/>
        </p:spPr>
        <p:txBody>
          <a:bodyPr rtlCol="0" anchor="ctr"/>
          <a:lstStyle/>
          <a:p>
            <a:pPr algn="ctr"/>
          </a:p>
        </p:txBody>
      </p:sp>
      <p:sp>
        <p:nvSpPr>
          <p:cNvPr id="20" name="TextBox 19"/>
          <p:cNvSpPr txBox="1"/>
          <p:nvPr/>
        </p:nvSpPr>
        <p:spPr>
          <a:xfrm>
            <a:off x="914400" y="3721608"/>
            <a:ext cx="457200" cy="457200"/>
          </a:xfrm>
          <a:prstGeom prst="rect">
            <a:avLst/>
          </a:prstGeom>
          <a:noFill/>
        </p:spPr>
        <p:txBody>
          <a:bodyPr wrap="square" lIns="0" tIns="0" rIns="0" bIns="0" anchor="ctr">
            <a:spAutoFit/>
          </a:bodyPr>
          <a:lstStyle/>
          <a:p>
            <a:pPr algn="ctr"/>
            <a:r>
              <a:rPr lang="hi-IN" sz="1600" b="1">
                <a:solidFill>
                  <a:srgbClr val="FFFFFF"/>
                </a:solidFill>
                <a:latin typeface="Inter"/>
                <a:ea typeface="Inter"/>
                <a:cs typeface="Noto Sans Devanagari"/>
              </a:rPr>
              <a:t>2</a:t>
            </a:r>
          </a:p>
        </p:txBody>
      </p:sp>
      <p:sp>
        <p:nvSpPr>
          <p:cNvPr id="21" name="TextBox 20"/>
          <p:cNvSpPr txBox="1"/>
          <p:nvPr/>
        </p:nvSpPr>
        <p:spPr>
          <a:xfrm>
            <a:off x="1554480" y="3355848"/>
            <a:ext cx="4160520" cy="1188720"/>
          </a:xfrm>
          <a:prstGeom prst="rect">
            <a:avLst/>
          </a:prstGeom>
          <a:noFill/>
        </p:spPr>
        <p:txBody>
          <a:bodyPr wrap="square" lIns="54864" tIns="27432" rIns="54864" bIns="27432" anchor="ctr">
            <a:spAutoFit/>
          </a:bodyPr>
          <a:lstStyle/>
          <a:p>
            <a:pPr algn="l"/>
            <a:r>
              <a:rPr lang="hi-IN" sz="1700" b="1">
                <a:solidFill>
                  <a:srgbClr val="1E3A5F"/>
                </a:solidFill>
                <a:latin typeface="Inter"/>
                <a:ea typeface="Inter"/>
                <a:cs typeface="Noto Sans Devanagari"/>
              </a:rPr>
              <a:t>वीडियो कॉल पर वर्दी में बैठा आदमी असली अफसर ही होता है।</a:t>
            </a:r>
          </a:p>
        </p:txBody>
      </p:sp>
      <p:sp>
        <p:nvSpPr>
          <p:cNvPr id="22" name="Rounded Rectangle 21"/>
          <p:cNvSpPr/>
          <p:nvPr/>
        </p:nvSpPr>
        <p:spPr>
          <a:xfrm>
            <a:off x="5806440" y="3520440"/>
            <a:ext cx="685800" cy="384048"/>
          </a:xfrm>
          <a:prstGeom prst="roundRect">
            <a:avLst>
              <a:gd name="adj" fmla="val 50000"/>
            </a:avLst>
          </a:prstGeom>
          <a:solidFill>
            <a:srgbClr val="F1F5FA"/>
          </a:solidFill>
          <a:ln>
            <a:noFill/>
          </a:ln>
          <a:effectLst/>
        </p:spPr>
        <p:txBody>
          <a:bodyPr rtlCol="0" anchor="ctr"/>
          <a:lstStyle/>
          <a:p>
            <a:pPr algn="ctr"/>
          </a:p>
        </p:txBody>
      </p:sp>
      <p:sp>
        <p:nvSpPr>
          <p:cNvPr id="23" name="TextBox 22"/>
          <p:cNvSpPr txBox="1"/>
          <p:nvPr/>
        </p:nvSpPr>
        <p:spPr>
          <a:xfrm>
            <a:off x="5806440" y="3520440"/>
            <a:ext cx="685800" cy="384048"/>
          </a:xfrm>
          <a:prstGeom prst="rect">
            <a:avLst/>
          </a:prstGeom>
          <a:noFill/>
        </p:spPr>
        <p:txBody>
          <a:bodyPr wrap="square" lIns="73152" tIns="0" rIns="73152" bIns="0" anchor="ctr">
            <a:spAutoFit/>
          </a:bodyPr>
          <a:lstStyle/>
          <a:p>
            <a:pPr algn="ctr"/>
            <a:r>
              <a:rPr lang="hi-IN" sz="1400" b="1">
                <a:solidFill>
                  <a:srgbClr val="1E3A5F"/>
                </a:solidFill>
                <a:latin typeface="Inter"/>
                <a:ea typeface="Inter"/>
                <a:cs typeface="Noto Sans Devanagari"/>
              </a:rPr>
              <a:t>सच</a:t>
            </a:r>
          </a:p>
        </p:txBody>
      </p:sp>
      <p:sp>
        <p:nvSpPr>
          <p:cNvPr id="24" name="Rounded Rectangle 23"/>
          <p:cNvSpPr/>
          <p:nvPr/>
        </p:nvSpPr>
        <p:spPr>
          <a:xfrm>
            <a:off x="5806440" y="3995928"/>
            <a:ext cx="685800" cy="384048"/>
          </a:xfrm>
          <a:prstGeom prst="roundRect">
            <a:avLst>
              <a:gd name="adj" fmla="val 50000"/>
            </a:avLst>
          </a:prstGeom>
          <a:solidFill>
            <a:srgbClr val="F1F5FA"/>
          </a:solidFill>
          <a:ln>
            <a:noFill/>
          </a:ln>
          <a:effectLst/>
        </p:spPr>
        <p:txBody>
          <a:bodyPr rtlCol="0" anchor="ctr"/>
          <a:lstStyle/>
          <a:p>
            <a:pPr algn="ctr"/>
          </a:p>
        </p:txBody>
      </p:sp>
      <p:sp>
        <p:nvSpPr>
          <p:cNvPr id="25" name="TextBox 24"/>
          <p:cNvSpPr txBox="1"/>
          <p:nvPr/>
        </p:nvSpPr>
        <p:spPr>
          <a:xfrm>
            <a:off x="5806440" y="3995928"/>
            <a:ext cx="685800" cy="384048"/>
          </a:xfrm>
          <a:prstGeom prst="rect">
            <a:avLst/>
          </a:prstGeom>
          <a:noFill/>
        </p:spPr>
        <p:txBody>
          <a:bodyPr wrap="square" lIns="73152" tIns="0" rIns="73152" bIns="0" anchor="ctr">
            <a:spAutoFit/>
          </a:bodyPr>
          <a:lstStyle/>
          <a:p>
            <a:pPr algn="ctr"/>
            <a:r>
              <a:rPr lang="hi-IN" sz="1400" b="1">
                <a:solidFill>
                  <a:srgbClr val="1E3A5F"/>
                </a:solidFill>
                <a:latin typeface="Inter"/>
                <a:ea typeface="Inter"/>
                <a:cs typeface="Noto Sans Devanagari"/>
              </a:rPr>
              <a:t>झूठ</a:t>
            </a:r>
          </a:p>
        </p:txBody>
      </p:sp>
      <p:sp>
        <p:nvSpPr>
          <p:cNvPr id="26" name="Rounded Rectangle 25"/>
          <p:cNvSpPr/>
          <p:nvPr/>
        </p:nvSpPr>
        <p:spPr>
          <a:xfrm>
            <a:off x="777240" y="4745736"/>
            <a:ext cx="6492240" cy="1371600"/>
          </a:xfrm>
          <a:prstGeom prst="roundRect">
            <a:avLst>
              <a:gd name="adj" fmla="val 9333"/>
            </a:avLst>
          </a:prstGeom>
          <a:solidFill>
            <a:srgbClr val="FFFFFF"/>
          </a:solidFill>
          <a:ln w="9525">
            <a:solidFill>
              <a:srgbClr val="D3DEE9"/>
            </a:solidFill>
          </a:ln>
          <a:effectLst/>
        </p:spPr>
        <p:txBody>
          <a:bodyPr rtlCol="0" anchor="ctr"/>
          <a:lstStyle/>
          <a:p>
            <a:pPr algn="ctr"/>
          </a:p>
        </p:txBody>
      </p:sp>
      <p:sp>
        <p:nvSpPr>
          <p:cNvPr id="27" name="Oval 26"/>
          <p:cNvSpPr/>
          <p:nvPr/>
        </p:nvSpPr>
        <p:spPr>
          <a:xfrm>
            <a:off x="914400" y="5202936"/>
            <a:ext cx="457200" cy="457200"/>
          </a:xfrm>
          <a:prstGeom prst="ellipse">
            <a:avLst/>
          </a:prstGeom>
          <a:solidFill>
            <a:srgbClr val="1E3A5F"/>
          </a:solidFill>
          <a:ln>
            <a:noFill/>
          </a:ln>
          <a:effectLst/>
        </p:spPr>
        <p:txBody>
          <a:bodyPr rtlCol="0" anchor="ctr"/>
          <a:lstStyle/>
          <a:p>
            <a:pPr algn="ctr"/>
          </a:p>
        </p:txBody>
      </p:sp>
      <p:sp>
        <p:nvSpPr>
          <p:cNvPr id="28" name="TextBox 27"/>
          <p:cNvSpPr txBox="1"/>
          <p:nvPr/>
        </p:nvSpPr>
        <p:spPr>
          <a:xfrm>
            <a:off x="914400" y="5202936"/>
            <a:ext cx="457200" cy="457200"/>
          </a:xfrm>
          <a:prstGeom prst="rect">
            <a:avLst/>
          </a:prstGeom>
          <a:noFill/>
        </p:spPr>
        <p:txBody>
          <a:bodyPr wrap="square" lIns="0" tIns="0" rIns="0" bIns="0" anchor="ctr">
            <a:spAutoFit/>
          </a:bodyPr>
          <a:lstStyle/>
          <a:p>
            <a:pPr algn="ctr"/>
            <a:r>
              <a:rPr lang="hi-IN" sz="1600" b="1">
                <a:solidFill>
                  <a:srgbClr val="FFFFFF"/>
                </a:solidFill>
                <a:latin typeface="Inter"/>
                <a:ea typeface="Inter"/>
                <a:cs typeface="Noto Sans Devanagari"/>
              </a:rPr>
              <a:t>3</a:t>
            </a:r>
          </a:p>
        </p:txBody>
      </p:sp>
      <p:sp>
        <p:nvSpPr>
          <p:cNvPr id="29" name="TextBox 28"/>
          <p:cNvSpPr txBox="1"/>
          <p:nvPr/>
        </p:nvSpPr>
        <p:spPr>
          <a:xfrm>
            <a:off x="1554480" y="4837176"/>
            <a:ext cx="4160520" cy="1188720"/>
          </a:xfrm>
          <a:prstGeom prst="rect">
            <a:avLst/>
          </a:prstGeom>
          <a:noFill/>
        </p:spPr>
        <p:txBody>
          <a:bodyPr wrap="square" lIns="54864" tIns="27432" rIns="54864" bIns="27432" anchor="ctr">
            <a:spAutoFit/>
          </a:bodyPr>
          <a:lstStyle/>
          <a:p>
            <a:pPr algn="l"/>
            <a:r>
              <a:rPr lang="hi-IN" sz="1700" b="1">
                <a:solidFill>
                  <a:srgbClr val="1E3A5F"/>
                </a:solidFill>
                <a:latin typeface="Inter"/>
                <a:ea typeface="Inter"/>
                <a:cs typeface="Noto Sans Devanagari"/>
              </a:rPr>
              <a:t>ठगी हो जाए तो पहला घंटा सबसे कीमती है।</a:t>
            </a:r>
          </a:p>
        </p:txBody>
      </p:sp>
      <p:sp>
        <p:nvSpPr>
          <p:cNvPr id="30" name="Rounded Rectangle 29"/>
          <p:cNvSpPr/>
          <p:nvPr/>
        </p:nvSpPr>
        <p:spPr>
          <a:xfrm>
            <a:off x="5806440" y="5001768"/>
            <a:ext cx="685800" cy="384048"/>
          </a:xfrm>
          <a:prstGeom prst="roundRect">
            <a:avLst>
              <a:gd name="adj" fmla="val 50000"/>
            </a:avLst>
          </a:prstGeom>
          <a:solidFill>
            <a:srgbClr val="F1F5FA"/>
          </a:solidFill>
          <a:ln>
            <a:noFill/>
          </a:ln>
          <a:effectLst/>
        </p:spPr>
        <p:txBody>
          <a:bodyPr rtlCol="0" anchor="ctr"/>
          <a:lstStyle/>
          <a:p>
            <a:pPr algn="ctr"/>
          </a:p>
        </p:txBody>
      </p:sp>
      <p:sp>
        <p:nvSpPr>
          <p:cNvPr id="31" name="TextBox 30"/>
          <p:cNvSpPr txBox="1"/>
          <p:nvPr/>
        </p:nvSpPr>
        <p:spPr>
          <a:xfrm>
            <a:off x="5806440" y="5001768"/>
            <a:ext cx="685800" cy="384048"/>
          </a:xfrm>
          <a:prstGeom prst="rect">
            <a:avLst/>
          </a:prstGeom>
          <a:noFill/>
        </p:spPr>
        <p:txBody>
          <a:bodyPr wrap="square" lIns="73152" tIns="0" rIns="73152" bIns="0" anchor="ctr">
            <a:spAutoFit/>
          </a:bodyPr>
          <a:lstStyle/>
          <a:p>
            <a:pPr algn="ctr"/>
            <a:r>
              <a:rPr lang="hi-IN" sz="1400" b="1">
                <a:solidFill>
                  <a:srgbClr val="1E3A5F"/>
                </a:solidFill>
                <a:latin typeface="Inter"/>
                <a:ea typeface="Inter"/>
                <a:cs typeface="Noto Sans Devanagari"/>
              </a:rPr>
              <a:t>सच</a:t>
            </a:r>
          </a:p>
        </p:txBody>
      </p:sp>
      <p:sp>
        <p:nvSpPr>
          <p:cNvPr id="32" name="Rounded Rectangle 31"/>
          <p:cNvSpPr/>
          <p:nvPr/>
        </p:nvSpPr>
        <p:spPr>
          <a:xfrm>
            <a:off x="5806440" y="5477256"/>
            <a:ext cx="685800" cy="384048"/>
          </a:xfrm>
          <a:prstGeom prst="roundRect">
            <a:avLst>
              <a:gd name="adj" fmla="val 50000"/>
            </a:avLst>
          </a:prstGeom>
          <a:solidFill>
            <a:srgbClr val="F1F5FA"/>
          </a:solidFill>
          <a:ln>
            <a:noFill/>
          </a:ln>
          <a:effectLst/>
        </p:spPr>
        <p:txBody>
          <a:bodyPr rtlCol="0" anchor="ctr"/>
          <a:lstStyle/>
          <a:p>
            <a:pPr algn="ctr"/>
          </a:p>
        </p:txBody>
      </p:sp>
      <p:sp>
        <p:nvSpPr>
          <p:cNvPr id="33" name="TextBox 32"/>
          <p:cNvSpPr txBox="1"/>
          <p:nvPr/>
        </p:nvSpPr>
        <p:spPr>
          <a:xfrm>
            <a:off x="5806440" y="5477256"/>
            <a:ext cx="685800" cy="384048"/>
          </a:xfrm>
          <a:prstGeom prst="rect">
            <a:avLst/>
          </a:prstGeom>
          <a:noFill/>
        </p:spPr>
        <p:txBody>
          <a:bodyPr wrap="square" lIns="73152" tIns="0" rIns="73152" bIns="0" anchor="ctr">
            <a:spAutoFit/>
          </a:bodyPr>
          <a:lstStyle/>
          <a:p>
            <a:pPr algn="ctr"/>
            <a:r>
              <a:rPr lang="hi-IN" sz="1400" b="1">
                <a:solidFill>
                  <a:srgbClr val="1E3A5F"/>
                </a:solidFill>
                <a:latin typeface="Inter"/>
                <a:ea typeface="Inter"/>
                <a:cs typeface="Noto Sans Devanagari"/>
              </a:rPr>
              <a:t>झूठ</a:t>
            </a:r>
          </a:p>
        </p:txBody>
      </p:sp>
      <p:sp>
        <p:nvSpPr>
          <p:cNvPr id="34" name="Rounded Rectangle 33"/>
          <p:cNvSpPr/>
          <p:nvPr/>
        </p:nvSpPr>
        <p:spPr>
          <a:xfrm>
            <a:off x="7726679" y="1097280"/>
            <a:ext cx="3931920" cy="5257800"/>
          </a:xfrm>
          <a:prstGeom prst="roundRect">
            <a:avLst>
              <a:gd name="adj" fmla="val 3255"/>
            </a:avLst>
          </a:prstGeom>
          <a:solidFill>
            <a:srgbClr val="F1F5FA"/>
          </a:solidFill>
          <a:ln w="9525">
            <a:solidFill>
              <a:srgbClr val="D3DEE9"/>
            </a:solidFill>
          </a:ln>
          <a:effectLst/>
        </p:spPr>
        <p:txBody>
          <a:bodyPr rtlCol="0" anchor="ctr"/>
          <a:lstStyle/>
          <a:p>
            <a:pPr algn="ctr"/>
          </a:p>
        </p:txBody>
      </p:sp>
      <p:sp>
        <p:nvSpPr>
          <p:cNvPr id="35" name="TextBox 34"/>
          <p:cNvSpPr txBox="1"/>
          <p:nvPr/>
        </p:nvSpPr>
        <p:spPr>
          <a:xfrm>
            <a:off x="7909560" y="1188720"/>
            <a:ext cx="3566160" cy="457200"/>
          </a:xfrm>
          <a:prstGeom prst="rect">
            <a:avLst/>
          </a:prstGeom>
          <a:noFill/>
        </p:spPr>
        <p:txBody>
          <a:bodyPr wrap="square" lIns="54864" tIns="27432" rIns="54864" bIns="27432" anchor="t">
            <a:spAutoFit/>
          </a:bodyPr>
          <a:lstStyle/>
          <a:p>
            <a:pPr algn="l"/>
            <a:r>
              <a:rPr lang="hi-IN" sz="2200" b="1">
                <a:solidFill>
                  <a:srgbClr val="1E3A5F"/>
                </a:solidFill>
                <a:latin typeface="Inter"/>
                <a:ea typeface="Inter"/>
                <a:cs typeface="Noto Sans Devanagari"/>
              </a:rPr>
              <a:t>अभी करके देखिए</a:t>
            </a:r>
          </a:p>
        </p:txBody>
      </p:sp>
      <p:sp>
        <p:nvSpPr>
          <p:cNvPr id="36" name="Rounded Rectangle 35"/>
          <p:cNvSpPr/>
          <p:nvPr/>
        </p:nvSpPr>
        <p:spPr>
          <a:xfrm>
            <a:off x="7909560" y="1783080"/>
            <a:ext cx="3566160" cy="2057400"/>
          </a:xfrm>
          <a:prstGeom prst="roundRect">
            <a:avLst>
              <a:gd name="adj" fmla="val 6222"/>
            </a:avLst>
          </a:prstGeom>
          <a:solidFill>
            <a:srgbClr val="FFFFFF"/>
          </a:solidFill>
          <a:ln w="9525">
            <a:solidFill>
              <a:srgbClr val="D3DEE9"/>
            </a:solidFill>
          </a:ln>
          <a:effectLst/>
        </p:spPr>
        <p:txBody>
          <a:bodyPr rtlCol="0" anchor="ctr"/>
          <a:lstStyle/>
          <a:p>
            <a:pPr algn="ctr"/>
          </a:p>
        </p:txBody>
      </p:sp>
      <p:sp>
        <p:nvSpPr>
          <p:cNvPr id="37" name="Oval 36"/>
          <p:cNvSpPr/>
          <p:nvPr/>
        </p:nvSpPr>
        <p:spPr>
          <a:xfrm>
            <a:off x="8046720" y="1920240"/>
            <a:ext cx="457200" cy="457200"/>
          </a:xfrm>
          <a:prstGeom prst="ellipse">
            <a:avLst/>
          </a:prstGeom>
          <a:solidFill>
            <a:srgbClr val="1E3A5F"/>
          </a:solidFill>
          <a:ln>
            <a:noFill/>
          </a:ln>
          <a:effectLst/>
        </p:spPr>
        <p:txBody>
          <a:bodyPr rtlCol="0" anchor="ctr"/>
          <a:lstStyle/>
          <a:p>
            <a:pPr algn="ctr"/>
          </a:p>
        </p:txBody>
      </p:sp>
      <p:sp>
        <p:nvSpPr>
          <p:cNvPr id="38" name="TextBox 37"/>
          <p:cNvSpPr txBox="1"/>
          <p:nvPr/>
        </p:nvSpPr>
        <p:spPr>
          <a:xfrm>
            <a:off x="8046720" y="1920240"/>
            <a:ext cx="457200" cy="457200"/>
          </a:xfrm>
          <a:prstGeom prst="rect">
            <a:avLst/>
          </a:prstGeom>
          <a:noFill/>
        </p:spPr>
        <p:txBody>
          <a:bodyPr wrap="square" lIns="0" tIns="0" rIns="0" bIns="0" anchor="ctr">
            <a:spAutoFit/>
          </a:bodyPr>
          <a:lstStyle/>
          <a:p>
            <a:pPr algn="ctr"/>
            <a:r>
              <a:rPr lang="hi-IN" sz="1600" b="1">
                <a:solidFill>
                  <a:srgbClr val="FFFFFF"/>
                </a:solidFill>
                <a:latin typeface="Inter"/>
                <a:ea typeface="Inter"/>
                <a:cs typeface="Noto Sans Devanagari"/>
              </a:rPr>
              <a:t>1</a:t>
            </a:r>
          </a:p>
        </p:txBody>
      </p:sp>
      <p:sp>
        <p:nvSpPr>
          <p:cNvPr id="39" name="TextBox 38"/>
          <p:cNvSpPr txBox="1"/>
          <p:nvPr/>
        </p:nvSpPr>
        <p:spPr>
          <a:xfrm>
            <a:off x="8595360" y="1874519"/>
            <a:ext cx="2834640" cy="1874519"/>
          </a:xfrm>
          <a:prstGeom prst="rect">
            <a:avLst/>
          </a:prstGeom>
          <a:noFill/>
        </p:spPr>
        <p:txBody>
          <a:bodyPr wrap="square" lIns="54864" tIns="27432" rIns="54864" bIns="27432" anchor="ctr">
            <a:spAutoFit/>
          </a:bodyPr>
          <a:lstStyle/>
          <a:p>
            <a:pPr algn="l"/>
            <a:r>
              <a:rPr lang="hi-IN" sz="1500" b="1">
                <a:solidFill>
                  <a:srgbClr val="1E3A5F"/>
                </a:solidFill>
                <a:latin typeface="Inter"/>
                <a:ea typeface="Inter"/>
                <a:cs typeface="Noto Sans Devanagari"/>
              </a:rPr>
              <a:t>फोन में 1930 और अपने बैंक का फ्रॉड नंबर (ऐप या कार्ड पर लिखा) सेव कीजिए।</a:t>
            </a:r>
          </a:p>
        </p:txBody>
      </p:sp>
      <p:sp>
        <p:nvSpPr>
          <p:cNvPr id="40" name="Rounded Rectangle 39"/>
          <p:cNvSpPr/>
          <p:nvPr/>
        </p:nvSpPr>
        <p:spPr>
          <a:xfrm>
            <a:off x="7909560" y="3977639"/>
            <a:ext cx="3566160" cy="2057400"/>
          </a:xfrm>
          <a:prstGeom prst="roundRect">
            <a:avLst>
              <a:gd name="adj" fmla="val 6222"/>
            </a:avLst>
          </a:prstGeom>
          <a:solidFill>
            <a:srgbClr val="FFFFFF"/>
          </a:solidFill>
          <a:ln w="9525">
            <a:solidFill>
              <a:srgbClr val="D3DEE9"/>
            </a:solidFill>
          </a:ln>
          <a:effectLst/>
        </p:spPr>
        <p:txBody>
          <a:bodyPr rtlCol="0" anchor="ctr"/>
          <a:lstStyle/>
          <a:p>
            <a:pPr algn="ctr"/>
          </a:p>
        </p:txBody>
      </p:sp>
      <p:sp>
        <p:nvSpPr>
          <p:cNvPr id="41" name="Oval 40"/>
          <p:cNvSpPr/>
          <p:nvPr/>
        </p:nvSpPr>
        <p:spPr>
          <a:xfrm>
            <a:off x="8046720" y="4114800"/>
            <a:ext cx="457200" cy="457200"/>
          </a:xfrm>
          <a:prstGeom prst="ellipse">
            <a:avLst/>
          </a:prstGeom>
          <a:solidFill>
            <a:srgbClr val="1E3A5F"/>
          </a:solidFill>
          <a:ln>
            <a:noFill/>
          </a:ln>
          <a:effectLst/>
        </p:spPr>
        <p:txBody>
          <a:bodyPr rtlCol="0" anchor="ctr"/>
          <a:lstStyle/>
          <a:p>
            <a:pPr algn="ctr"/>
          </a:p>
        </p:txBody>
      </p:sp>
      <p:sp>
        <p:nvSpPr>
          <p:cNvPr id="42" name="TextBox 41"/>
          <p:cNvSpPr txBox="1"/>
          <p:nvPr/>
        </p:nvSpPr>
        <p:spPr>
          <a:xfrm>
            <a:off x="8046720" y="4114800"/>
            <a:ext cx="457200" cy="457200"/>
          </a:xfrm>
          <a:prstGeom prst="rect">
            <a:avLst/>
          </a:prstGeom>
          <a:noFill/>
        </p:spPr>
        <p:txBody>
          <a:bodyPr wrap="square" lIns="0" tIns="0" rIns="0" bIns="0" anchor="ctr">
            <a:spAutoFit/>
          </a:bodyPr>
          <a:lstStyle/>
          <a:p>
            <a:pPr algn="ctr"/>
            <a:r>
              <a:rPr lang="hi-IN" sz="1600" b="1">
                <a:solidFill>
                  <a:srgbClr val="FFFFFF"/>
                </a:solidFill>
                <a:latin typeface="Inter"/>
                <a:ea typeface="Inter"/>
                <a:cs typeface="Noto Sans Devanagari"/>
              </a:rPr>
              <a:t>2</a:t>
            </a:r>
          </a:p>
        </p:txBody>
      </p:sp>
      <p:sp>
        <p:nvSpPr>
          <p:cNvPr id="43" name="TextBox 42"/>
          <p:cNvSpPr txBox="1"/>
          <p:nvPr/>
        </p:nvSpPr>
        <p:spPr>
          <a:xfrm>
            <a:off x="8595360" y="4069079"/>
            <a:ext cx="2834640" cy="1874519"/>
          </a:xfrm>
          <a:prstGeom prst="rect">
            <a:avLst/>
          </a:prstGeom>
          <a:noFill/>
        </p:spPr>
        <p:txBody>
          <a:bodyPr wrap="square" lIns="54864" tIns="27432" rIns="54864" bIns="27432" anchor="ctr">
            <a:spAutoFit/>
          </a:bodyPr>
          <a:lstStyle/>
          <a:p>
            <a:pPr algn="l"/>
            <a:r>
              <a:rPr lang="hi-IN" sz="1500" b="1">
                <a:solidFill>
                  <a:srgbClr val="1E3A5F"/>
                </a:solidFill>
                <a:latin typeface="Inter"/>
                <a:ea typeface="Inter"/>
                <a:cs typeface="Noto Sans Devanagari"/>
              </a:rPr>
              <a:t>इमरजेंसी कार्ड लिखिए: 1930, बैंक नंबर, cybercrime.gov.in। फ्रिज पर लगाइए।</a:t>
            </a:r>
          </a:p>
        </p:txBody>
      </p:sp>
      <p:pic>
        <p:nvPicPr>
          <p:cNvPr id="44" name="Eagle Logo" descr="eagle"/>
          <p:cNvPicPr>
            <a:picLocks noChangeAspect="1"/>
          </p:cNvPicPr>
          <p:nvPr/>
        </p:nvPicPr>
        <p:blipFill>
          <a:blip r:embed="rId100"/>
          <a:stretch>
            <a:fillRect/>
          </a:stretch>
        </p:blipFill>
        <p:spPr>
          <a:xfrm>
            <a:off x="11625072" y="240000"/>
            <a:ext cx="475488" cy="4754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5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500"/>
                                        <p:tgtEl>
                                          <p:spTgt spid="35"/>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500"/>
                                        <p:tgtEl>
                                          <p:spTgt spid="3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500"/>
                                        <p:tgtEl>
                                          <p:spTgt spid="37"/>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500"/>
                                        <p:tgtEl>
                                          <p:spTgt spid="3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9"/>
                                        </p:tgtEl>
                                        <p:attrNameLst>
                                          <p:attrName>style.visibility</p:attrName>
                                        </p:attrNameLst>
                                      </p:cBhvr>
                                      <p:to>
                                        <p:strVal val="visible"/>
                                      </p:to>
                                    </p:set>
                                    <p:animEffect transition="in" filter="fade">
                                      <p:cBhvr>
                                        <p:cTn id="110" dur="500"/>
                                        <p:tgtEl>
                                          <p:spTgt spid="39"/>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500"/>
                                        <p:tgtEl>
                                          <p:spTgt spid="40"/>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500"/>
                                        <p:tgtEl>
                                          <p:spTgt spid="4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500"/>
                                        <p:tgtEl>
                                          <p:spTgt spid="4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animBg="1"/>
      <p:bldP spid="12" grpId="0"/>
      <p:bldP spid="13" grpId="0"/>
      <p:bldP spid="14" grpId="0" animBg="1"/>
      <p:bldP spid="15" grpId="0"/>
      <p:bldP spid="16" grpId="0" animBg="1"/>
      <p:bldP spid="17" grpId="0"/>
      <p:bldP spid="18" grpId="0" animBg="1"/>
      <p:bldP spid="19" grpId="0" animBg="1"/>
      <p:bldP spid="20" grpId="0"/>
      <p:bldP spid="21" grpId="0"/>
      <p:bldP spid="22" grpId="0" animBg="1"/>
      <p:bldP spid="23" grpId="0"/>
      <p:bldP spid="24" grpId="0" animBg="1"/>
      <p:bldP spid="25" grpId="0"/>
      <p:bldP spid="26" grpId="0" animBg="1"/>
      <p:bldP spid="27" grpId="0" animBg="1"/>
      <p:bldP spid="28" grpId="0"/>
      <p:bldP spid="29" grpId="0"/>
      <p:bldP spid="30" grpId="0" animBg="1"/>
      <p:bldP spid="31" grpId="0"/>
      <p:bldP spid="32" grpId="0" animBg="1"/>
      <p:bldP spid="33" grpId="0"/>
      <p:bldP spid="34" grpId="0" animBg="1"/>
      <p:bldP spid="35" grpId="0"/>
      <p:bldP spid="36" grpId="0" animBg="1"/>
      <p:bldP spid="37" grpId="0" animBg="1"/>
      <p:bldP spid="38" grpId="0"/>
      <p:bldP spid="39" grpId="0"/>
      <p:bldP spid="40" grpId="0" animBg="1"/>
      <p:bldP spid="41" grpId="0" animBg="1"/>
      <p:bldP spid="42" grpId="0"/>
      <p:bldP spid="43" grpId="0"/>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ipL"/>
          <p:cNvSpPr/>
          <p:nvPr/>
        </p:nvSpPr>
        <p:spPr>
          <a:xfrm>
            <a:off x="0" y="0"/>
            <a:ext cx="4063898" cy="64008"/>
          </a:xfrm>
          <a:prstGeom prst="rect">
            <a:avLst/>
          </a:prstGeom>
          <a:solidFill>
            <a:srgbClr val="1E3A5F"/>
          </a:solidFill>
          <a:ln>
            <a:noFill/>
          </a:ln>
          <a:effectLst/>
        </p:spPr>
        <p:txBody>
          <a:bodyPr rtlCol="0" anchor="ctr"/>
          <a:lstStyle/>
          <a:p>
            <a:pPr algn="ctr"/>
          </a:p>
        </p:txBody>
      </p:sp>
      <p:sp>
        <p:nvSpPr>
          <p:cNvPr id="3" name="StripM"/>
          <p:cNvSpPr/>
          <p:nvPr/>
        </p:nvSpPr>
        <p:spPr>
          <a:xfrm>
            <a:off x="4063898" y="0"/>
            <a:ext cx="4063898" cy="64008"/>
          </a:xfrm>
          <a:prstGeom prst="rect">
            <a:avLst/>
          </a:prstGeom>
          <a:solidFill>
            <a:srgbClr val="1E3A5F"/>
          </a:solidFill>
          <a:ln>
            <a:noFill/>
          </a:ln>
          <a:effectLst/>
        </p:spPr>
        <p:txBody>
          <a:bodyPr rtlCol="0" anchor="ctr"/>
          <a:lstStyle/>
          <a:p>
            <a:pPr algn="ctr"/>
          </a:p>
        </p:txBody>
      </p:sp>
      <p:sp>
        <p:nvSpPr>
          <p:cNvPr id="4" name="StripR"/>
          <p:cNvSpPr/>
          <p:nvPr/>
        </p:nvSpPr>
        <p:spPr>
          <a:xfrm>
            <a:off x="8127796" y="0"/>
            <a:ext cx="4063898" cy="64008"/>
          </a:xfrm>
          <a:prstGeom prst="rect">
            <a:avLst/>
          </a:prstGeom>
          <a:solidFill>
            <a:srgbClr val="C0912B"/>
          </a:solidFill>
          <a:ln>
            <a:noFill/>
          </a:ln>
          <a:effectLst/>
        </p:spPr>
        <p:txBody>
          <a:bodyPr rtlCol="0" anchor="ctr"/>
          <a:lstStyle/>
          <a:p>
            <a:pPr algn="ctr"/>
          </a:p>
        </p:txBody>
      </p:sp>
      <p:pic>
        <p:nvPicPr>
          <p:cNvPr id="5" name="BSF Logo" descr="image.png"/>
          <p:cNvPicPr>
            <a:picLocks noChangeAspect="1"/>
          </p:cNvPicPr>
          <p:nvPr/>
        </p:nvPicPr>
        <p:blipFill>
          <a:blip r:embed="rId2"/>
          <a:stretch>
            <a:fillRect/>
          </a:stretch>
        </p:blipFill>
        <p:spPr>
          <a:xfrm>
            <a:off x="91440" y="240000"/>
            <a:ext cx="475488" cy="475488"/>
          </a:xfrm>
          <a:prstGeom prst="rect">
            <a:avLst/>
          </a:prstGeom>
        </p:spPr>
      </p:pic>
      <p:sp>
        <p:nvSpPr>
          <p:cNvPr id="6" name="Title"/>
          <p:cNvSpPr txBox="1"/>
          <p:nvPr/>
        </p:nvSpPr>
        <p:spPr>
          <a:xfrm>
            <a:off x="713232" y="182880"/>
            <a:ext cx="10424160" cy="640080"/>
          </a:xfrm>
          <a:prstGeom prst="rect">
            <a:avLst/>
          </a:prstGeom>
          <a:noFill/>
        </p:spPr>
        <p:txBody>
          <a:bodyPr wrap="square" lIns="54864" tIns="27432" rIns="54864" bIns="27432" anchor="ctr">
            <a:spAutoFit/>
          </a:bodyPr>
          <a:lstStyle/>
          <a:p>
            <a:pPr algn="l"/>
            <a:r>
              <a:rPr lang="hi-IN" sz="3000" b="1">
                <a:solidFill>
                  <a:srgbClr val="1E3A5F"/>
                </a:solidFill>
                <a:latin typeface="Inter"/>
                <a:ea typeface="Inter"/>
                <a:cs typeface="Noto Sans Devanagari"/>
              </a:rPr>
              <a:t>आगे </a:t>
            </a:r>
            <a:r>
              <a:rPr lang="hi-IN" sz="3000" b="1">
                <a:solidFill>
                  <a:srgbClr val="1E3A5F"/>
                </a:solidFill>
                <a:latin typeface="Inter"/>
                <a:ea typeface="Inter"/>
                <a:cs typeface="Noto Sans Devanagari"/>
              </a:rPr>
              <a:t>क्या करना</a:t>
            </a:r>
            <a:r>
              <a:rPr lang="hi-IN" sz="3000" b="1">
                <a:solidFill>
                  <a:srgbClr val="1E3A5F"/>
                </a:solidFill>
                <a:latin typeface="Inter"/>
                <a:ea typeface="Inter"/>
                <a:cs typeface="Noto Sans Devanagari"/>
              </a:rPr>
              <a:t> है?</a:t>
            </a:r>
          </a:p>
        </p:txBody>
      </p:sp>
      <p:sp>
        <p:nvSpPr>
          <p:cNvPr id="7" name="Subtitle"/>
          <p:cNvSpPr txBox="1"/>
          <p:nvPr/>
        </p:nvSpPr>
        <p:spPr>
          <a:xfrm>
            <a:off x="713232" y="822960"/>
            <a:ext cx="10881360" cy="411480"/>
          </a:xfrm>
          <a:prstGeom prst="rect">
            <a:avLst/>
          </a:prstGeom>
          <a:noFill/>
        </p:spPr>
        <p:txBody>
          <a:bodyPr wrap="square" lIns="54864" tIns="27432" rIns="54864" bIns="27432" anchor="t">
            <a:spAutoFit/>
          </a:bodyPr>
          <a:lstStyle/>
          <a:p>
            <a:pPr algn="l"/>
            <a:r>
              <a:rPr lang="hi-IN" sz="1400" b="0">
                <a:solidFill>
                  <a:srgbClr val="3E4C5A"/>
                </a:solidFill>
                <a:latin typeface="Inter"/>
                <a:ea typeface="Inter"/>
                <a:cs typeface="Noto Sans Devanagari"/>
              </a:rPr>
              <a:t>M0 परिचय पूरा। अब एक-एक मॉड्यूल, हर मॉड्यूल के बाद टेस्ट और अंत में फाइनल।</a:t>
            </a:r>
          </a:p>
        </p:txBody>
      </p:sp>
      <p:sp>
        <p:nvSpPr>
          <p:cNvPr id="8" name="SlideNo"/>
          <p:cNvSpPr txBox="1"/>
          <p:nvPr/>
        </p:nvSpPr>
        <p:spPr>
          <a:xfrm>
            <a:off x="10625328" y="6510528"/>
            <a:ext cx="1417320" cy="274320"/>
          </a:xfrm>
          <a:prstGeom prst="rect">
            <a:avLst/>
          </a:prstGeom>
          <a:noFill/>
        </p:spPr>
        <p:txBody>
          <a:bodyPr wrap="square" lIns="0" tIns="0" rIns="0" bIns="0" anchor="t">
            <a:spAutoFit/>
          </a:bodyPr>
          <a:lstStyle/>
          <a:p>
            <a:pPr algn="r"/>
            <a:r>
              <a:rPr lang="hi-IN" sz="1000" b="1">
                <a:solidFill>
                  <a:srgbClr val="3E4C5A"/>
                </a:solidFill>
                <a:latin typeface="Inter"/>
                <a:ea typeface="Inter"/>
                <a:cs typeface="Noto Sans Devanagari"/>
              </a:rPr>
              <a:t>09 / 9</a:t>
            </a:r>
          </a:p>
        </p:txBody>
      </p:sp>
      <p:sp>
        <p:nvSpPr>
          <p:cNvPr id="9" name="Rounded Rectangle 8"/>
          <p:cNvSpPr/>
          <p:nvPr/>
        </p:nvSpPr>
        <p:spPr>
          <a:xfrm>
            <a:off x="548640" y="1554480"/>
            <a:ext cx="2697480" cy="2286000"/>
          </a:xfrm>
          <a:prstGeom prst="roundRect">
            <a:avLst>
              <a:gd name="adj" fmla="val 5600"/>
            </a:avLst>
          </a:prstGeom>
          <a:solidFill>
            <a:srgbClr val="F1F5FA"/>
          </a:solidFill>
          <a:ln w="9525">
            <a:solidFill>
              <a:srgbClr val="D3DEE9"/>
            </a:solidFill>
          </a:ln>
          <a:effectLst/>
        </p:spPr>
        <p:txBody>
          <a:bodyPr rtlCol="0" anchor="ctr"/>
          <a:lstStyle/>
          <a:p>
            <a:pPr algn="ctr"/>
          </a:p>
        </p:txBody>
      </p:sp>
      <p:sp>
        <p:nvSpPr>
          <p:cNvPr id="10" name="Oval 9"/>
          <p:cNvSpPr/>
          <p:nvPr/>
        </p:nvSpPr>
        <p:spPr>
          <a:xfrm>
            <a:off x="731520" y="1719072"/>
            <a:ext cx="566928" cy="566928"/>
          </a:xfrm>
          <a:prstGeom prst="ellipse">
            <a:avLst/>
          </a:prstGeom>
          <a:solidFill>
            <a:srgbClr val="1E3A5F"/>
          </a:solidFill>
          <a:ln>
            <a:noFill/>
          </a:ln>
          <a:effectLst/>
        </p:spPr>
        <p:txBody>
          <a:bodyPr rtlCol="0" anchor="ctr"/>
          <a:lstStyle/>
          <a:p>
            <a:pPr algn="ctr"/>
          </a:p>
        </p:txBody>
      </p:sp>
      <p:sp>
        <p:nvSpPr>
          <p:cNvPr id="11" name="TextBox 10"/>
          <p:cNvSpPr txBox="1"/>
          <p:nvPr/>
        </p:nvSpPr>
        <p:spPr>
          <a:xfrm>
            <a:off x="731520" y="1719072"/>
            <a:ext cx="566928" cy="566928"/>
          </a:xfrm>
          <a:prstGeom prst="rect">
            <a:avLst/>
          </a:prstGeom>
          <a:noFill/>
        </p:spPr>
        <p:txBody>
          <a:bodyPr wrap="square" lIns="0" tIns="0" rIns="0" bIns="0" anchor="ctr">
            <a:spAutoFit/>
          </a:bodyPr>
          <a:lstStyle/>
          <a:p>
            <a:pPr algn="ctr"/>
            <a:r>
              <a:rPr lang="hi-IN" sz="2000" b="1">
                <a:solidFill>
                  <a:srgbClr val="FFFFFF"/>
                </a:solidFill>
                <a:latin typeface="Inter"/>
                <a:ea typeface="Inter"/>
                <a:cs typeface="Noto Sans Devanagari"/>
              </a:rPr>
              <a:t>1</a:t>
            </a:r>
          </a:p>
        </p:txBody>
      </p:sp>
      <p:sp>
        <p:nvSpPr>
          <p:cNvPr id="12" name="TextBox 11"/>
          <p:cNvSpPr txBox="1"/>
          <p:nvPr/>
        </p:nvSpPr>
        <p:spPr>
          <a:xfrm>
            <a:off x="685800" y="2423160"/>
            <a:ext cx="2423160" cy="640080"/>
          </a:xfrm>
          <a:prstGeom prst="rect">
            <a:avLst/>
          </a:prstGeom>
          <a:noFill/>
        </p:spPr>
        <p:txBody>
          <a:bodyPr wrap="square" lIns="54864" tIns="27432" rIns="54864" bIns="27432" anchor="t">
            <a:spAutoFit/>
          </a:bodyPr>
          <a:lstStyle/>
          <a:p>
            <a:pPr algn="l"/>
            <a:r>
              <a:rPr lang="hi-IN" sz="1650" b="1">
                <a:solidFill>
                  <a:srgbClr val="1E3A5F"/>
                </a:solidFill>
                <a:latin typeface="Inter"/>
                <a:ea typeface="Inter"/>
                <a:cs typeface="Noto Sans Devanagari"/>
              </a:rPr>
              <a:t>M1 से शुरू करें</a:t>
            </a:r>
          </a:p>
        </p:txBody>
      </p:sp>
      <p:sp>
        <p:nvSpPr>
          <p:cNvPr id="13" name="TextBox 12"/>
          <p:cNvSpPr txBox="1"/>
          <p:nvPr/>
        </p:nvSpPr>
        <p:spPr>
          <a:xfrm>
            <a:off x="685800" y="3108960"/>
            <a:ext cx="2423160" cy="640080"/>
          </a:xfrm>
          <a:prstGeom prst="rect">
            <a:avLst/>
          </a:prstGeom>
          <a:noFill/>
        </p:spPr>
        <p:txBody>
          <a:bodyPr wrap="square" lIns="54864" tIns="27432" rIns="54864" bIns="27432" anchor="t">
            <a:spAutoFit/>
          </a:bodyPr>
          <a:lstStyle/>
          <a:p>
            <a:pPr algn="l"/>
            <a:r>
              <a:rPr lang="hi-IN" sz="1250" b="1">
                <a:solidFill>
                  <a:srgbClr val="1E3A5F"/>
                </a:solidFill>
                <a:latin typeface="Inter"/>
                <a:ea typeface="Inter"/>
                <a:cs typeface="Noto Sans Devanagari"/>
              </a:rPr>
              <a:t>OTP / KYC / APK फ्रॉड पहचानना</a:t>
            </a:r>
          </a:p>
        </p:txBody>
      </p:sp>
      <p:sp>
        <p:nvSpPr>
          <p:cNvPr id="14" name="Rounded Rectangle 13"/>
          <p:cNvSpPr/>
          <p:nvPr/>
        </p:nvSpPr>
        <p:spPr>
          <a:xfrm>
            <a:off x="3364992" y="1554480"/>
            <a:ext cx="2697480" cy="2286000"/>
          </a:xfrm>
          <a:prstGeom prst="roundRect">
            <a:avLst>
              <a:gd name="adj" fmla="val 5600"/>
            </a:avLst>
          </a:prstGeom>
          <a:solidFill>
            <a:srgbClr val="F1F5FA"/>
          </a:solidFill>
          <a:ln w="9525">
            <a:solidFill>
              <a:srgbClr val="D3DEE9"/>
            </a:solidFill>
          </a:ln>
          <a:effectLst/>
        </p:spPr>
        <p:txBody>
          <a:bodyPr rtlCol="0" anchor="ctr"/>
          <a:lstStyle/>
          <a:p>
            <a:pPr algn="ctr"/>
          </a:p>
        </p:txBody>
      </p:sp>
      <p:sp>
        <p:nvSpPr>
          <p:cNvPr id="15" name="Oval 14"/>
          <p:cNvSpPr/>
          <p:nvPr/>
        </p:nvSpPr>
        <p:spPr>
          <a:xfrm>
            <a:off x="3547872" y="1719072"/>
            <a:ext cx="566928" cy="566928"/>
          </a:xfrm>
          <a:prstGeom prst="ellipse">
            <a:avLst/>
          </a:prstGeom>
          <a:solidFill>
            <a:srgbClr val="1E3A5F"/>
          </a:solidFill>
          <a:ln>
            <a:noFill/>
          </a:ln>
          <a:effectLst/>
        </p:spPr>
        <p:txBody>
          <a:bodyPr rtlCol="0" anchor="ctr"/>
          <a:lstStyle/>
          <a:p>
            <a:pPr algn="ctr"/>
          </a:p>
        </p:txBody>
      </p:sp>
      <p:sp>
        <p:nvSpPr>
          <p:cNvPr id="16" name="TextBox 15"/>
          <p:cNvSpPr txBox="1"/>
          <p:nvPr/>
        </p:nvSpPr>
        <p:spPr>
          <a:xfrm>
            <a:off x="3547872" y="1719072"/>
            <a:ext cx="566928" cy="566928"/>
          </a:xfrm>
          <a:prstGeom prst="rect">
            <a:avLst/>
          </a:prstGeom>
          <a:noFill/>
        </p:spPr>
        <p:txBody>
          <a:bodyPr wrap="square" lIns="0" tIns="0" rIns="0" bIns="0" anchor="ctr">
            <a:spAutoFit/>
          </a:bodyPr>
          <a:lstStyle/>
          <a:p>
            <a:pPr algn="ctr"/>
            <a:r>
              <a:rPr lang="hi-IN" sz="2000" b="1">
                <a:solidFill>
                  <a:srgbClr val="FFFFFF"/>
                </a:solidFill>
                <a:latin typeface="Inter"/>
                <a:ea typeface="Inter"/>
                <a:cs typeface="Noto Sans Devanagari"/>
              </a:rPr>
              <a:t>2</a:t>
            </a:r>
          </a:p>
        </p:txBody>
      </p:sp>
      <p:sp>
        <p:nvSpPr>
          <p:cNvPr id="17" name="TextBox 16"/>
          <p:cNvSpPr txBox="1"/>
          <p:nvPr/>
        </p:nvSpPr>
        <p:spPr>
          <a:xfrm>
            <a:off x="3502152" y="2423160"/>
            <a:ext cx="2423160" cy="640080"/>
          </a:xfrm>
          <a:prstGeom prst="rect">
            <a:avLst/>
          </a:prstGeom>
          <a:noFill/>
        </p:spPr>
        <p:txBody>
          <a:bodyPr wrap="square" lIns="54864" tIns="27432" rIns="54864" bIns="27432" anchor="t">
            <a:spAutoFit/>
          </a:bodyPr>
          <a:lstStyle/>
          <a:p>
            <a:pPr algn="l"/>
            <a:r>
              <a:rPr lang="hi-IN" sz="1650" b="1">
                <a:solidFill>
                  <a:srgbClr val="1E3A5F"/>
                </a:solidFill>
                <a:latin typeface="Inter"/>
                <a:ea typeface="Inter"/>
                <a:cs typeface="Noto Sans Devanagari"/>
              </a:rPr>
              <a:t>हर मॉड्यूल के बाद जाँच</a:t>
            </a:r>
          </a:p>
        </p:txBody>
      </p:sp>
      <p:sp>
        <p:nvSpPr>
          <p:cNvPr id="18" name="TextBox 17"/>
          <p:cNvSpPr txBox="1"/>
          <p:nvPr/>
        </p:nvSpPr>
        <p:spPr>
          <a:xfrm>
            <a:off x="3502152" y="3108960"/>
            <a:ext cx="2423160" cy="640080"/>
          </a:xfrm>
          <a:prstGeom prst="rect">
            <a:avLst/>
          </a:prstGeom>
          <a:noFill/>
        </p:spPr>
        <p:txBody>
          <a:bodyPr wrap="square" lIns="54864" tIns="27432" rIns="54864" bIns="27432" anchor="t">
            <a:spAutoFit/>
          </a:bodyPr>
          <a:lstStyle/>
          <a:p>
            <a:pPr algn="l"/>
            <a:r>
              <a:rPr lang="hi-IN" sz="1250" b="1">
                <a:solidFill>
                  <a:srgbClr val="1E3A5F"/>
                </a:solidFill>
                <a:latin typeface="Inter"/>
                <a:ea typeface="Inter"/>
                <a:cs typeface="Noto Sans Devanagari"/>
              </a:rPr>
              <a:t>35 सवाल, 21 सही पर पास</a:t>
            </a:r>
          </a:p>
        </p:txBody>
      </p:sp>
      <p:sp>
        <p:nvSpPr>
          <p:cNvPr id="19" name="Rounded Rectangle 18"/>
          <p:cNvSpPr/>
          <p:nvPr/>
        </p:nvSpPr>
        <p:spPr>
          <a:xfrm>
            <a:off x="6181344" y="1554480"/>
            <a:ext cx="2697480" cy="2286000"/>
          </a:xfrm>
          <a:prstGeom prst="roundRect">
            <a:avLst>
              <a:gd name="adj" fmla="val 5600"/>
            </a:avLst>
          </a:prstGeom>
          <a:solidFill>
            <a:srgbClr val="F1F5FA"/>
          </a:solidFill>
          <a:ln w="9525">
            <a:solidFill>
              <a:srgbClr val="D3DEE9"/>
            </a:solidFill>
          </a:ln>
          <a:effectLst/>
        </p:spPr>
        <p:txBody>
          <a:bodyPr rtlCol="0" anchor="ctr"/>
          <a:lstStyle/>
          <a:p>
            <a:pPr algn="ctr"/>
          </a:p>
        </p:txBody>
      </p:sp>
      <p:sp>
        <p:nvSpPr>
          <p:cNvPr id="20" name="Oval 19"/>
          <p:cNvSpPr/>
          <p:nvPr/>
        </p:nvSpPr>
        <p:spPr>
          <a:xfrm>
            <a:off x="6364224" y="1719072"/>
            <a:ext cx="566928" cy="566928"/>
          </a:xfrm>
          <a:prstGeom prst="ellipse">
            <a:avLst/>
          </a:prstGeom>
          <a:solidFill>
            <a:srgbClr val="1E3A5F"/>
          </a:solidFill>
          <a:ln>
            <a:noFill/>
          </a:ln>
          <a:effectLst/>
        </p:spPr>
        <p:txBody>
          <a:bodyPr rtlCol="0" anchor="ctr"/>
          <a:lstStyle/>
          <a:p>
            <a:pPr algn="ctr"/>
          </a:p>
        </p:txBody>
      </p:sp>
      <p:sp>
        <p:nvSpPr>
          <p:cNvPr id="21" name="TextBox 20"/>
          <p:cNvSpPr txBox="1"/>
          <p:nvPr/>
        </p:nvSpPr>
        <p:spPr>
          <a:xfrm>
            <a:off x="6364224" y="1719072"/>
            <a:ext cx="566928" cy="566928"/>
          </a:xfrm>
          <a:prstGeom prst="rect">
            <a:avLst/>
          </a:prstGeom>
          <a:noFill/>
        </p:spPr>
        <p:txBody>
          <a:bodyPr wrap="square" lIns="0" tIns="0" rIns="0" bIns="0" anchor="ctr">
            <a:spAutoFit/>
          </a:bodyPr>
          <a:lstStyle/>
          <a:p>
            <a:pPr algn="ctr"/>
            <a:r>
              <a:rPr lang="hi-IN" sz="2000" b="1">
                <a:solidFill>
                  <a:srgbClr val="FFFFFF"/>
                </a:solidFill>
                <a:latin typeface="Inter"/>
                <a:ea typeface="Inter"/>
                <a:cs typeface="Noto Sans Devanagari"/>
              </a:rPr>
              <a:t>3</a:t>
            </a:r>
          </a:p>
        </p:txBody>
      </p:sp>
      <p:sp>
        <p:nvSpPr>
          <p:cNvPr id="22" name="TextBox 21"/>
          <p:cNvSpPr txBox="1"/>
          <p:nvPr/>
        </p:nvSpPr>
        <p:spPr>
          <a:xfrm>
            <a:off x="6318504" y="2423160"/>
            <a:ext cx="2423160" cy="640080"/>
          </a:xfrm>
          <a:prstGeom prst="rect">
            <a:avLst/>
          </a:prstGeom>
          <a:noFill/>
        </p:spPr>
        <p:txBody>
          <a:bodyPr wrap="square" lIns="54864" tIns="27432" rIns="54864" bIns="27432" anchor="t">
            <a:spAutoFit/>
          </a:bodyPr>
          <a:lstStyle/>
          <a:p>
            <a:pPr algn="l"/>
            <a:r>
              <a:rPr lang="hi-IN" sz="1650" b="1">
                <a:solidFill>
                  <a:srgbClr val="1E3A5F"/>
                </a:solidFill>
                <a:latin typeface="Inter"/>
                <a:ea typeface="Inter"/>
                <a:cs typeface="Noto Sans Devanagari"/>
              </a:rPr>
              <a:t>10 सवाल का फाइनल</a:t>
            </a:r>
          </a:p>
        </p:txBody>
      </p:sp>
      <p:sp>
        <p:nvSpPr>
          <p:cNvPr id="23" name="TextBox 22"/>
          <p:cNvSpPr txBox="1"/>
          <p:nvPr/>
        </p:nvSpPr>
        <p:spPr>
          <a:xfrm>
            <a:off x="6318504" y="3108960"/>
            <a:ext cx="2423160" cy="640080"/>
          </a:xfrm>
          <a:prstGeom prst="rect">
            <a:avLst/>
          </a:prstGeom>
          <a:noFill/>
        </p:spPr>
        <p:txBody>
          <a:bodyPr wrap="square" lIns="54864" tIns="27432" rIns="54864" bIns="27432" anchor="t">
            <a:spAutoFit/>
          </a:bodyPr>
          <a:lstStyle/>
          <a:p>
            <a:pPr algn="l"/>
            <a:r>
              <a:rPr lang="hi-IN" sz="1250" b="1">
                <a:solidFill>
                  <a:srgbClr val="1E3A5F"/>
                </a:solidFill>
                <a:latin typeface="Inter"/>
                <a:ea typeface="Inter"/>
                <a:cs typeface="Noto Sans Devanagari"/>
              </a:rPr>
              <a:t>पूरे कोर्स से, 6 सही पर पास</a:t>
            </a:r>
          </a:p>
        </p:txBody>
      </p:sp>
      <p:sp>
        <p:nvSpPr>
          <p:cNvPr id="24" name="Rounded Rectangle 23"/>
          <p:cNvSpPr/>
          <p:nvPr/>
        </p:nvSpPr>
        <p:spPr>
          <a:xfrm>
            <a:off x="8997696" y="1554480"/>
            <a:ext cx="2697480" cy="2286000"/>
          </a:xfrm>
          <a:prstGeom prst="roundRect">
            <a:avLst>
              <a:gd name="adj" fmla="val 5600"/>
            </a:avLst>
          </a:prstGeom>
          <a:solidFill>
            <a:srgbClr val="F1F5FA"/>
          </a:solidFill>
          <a:ln w="9525">
            <a:solidFill>
              <a:srgbClr val="D3DEE9"/>
            </a:solidFill>
          </a:ln>
          <a:effectLst/>
        </p:spPr>
        <p:txBody>
          <a:bodyPr rtlCol="0" anchor="ctr"/>
          <a:lstStyle/>
          <a:p>
            <a:pPr algn="ctr"/>
          </a:p>
        </p:txBody>
      </p:sp>
      <p:sp>
        <p:nvSpPr>
          <p:cNvPr id="25" name="Oval 24"/>
          <p:cNvSpPr/>
          <p:nvPr/>
        </p:nvSpPr>
        <p:spPr>
          <a:xfrm>
            <a:off x="9180576" y="1719072"/>
            <a:ext cx="566928" cy="566928"/>
          </a:xfrm>
          <a:prstGeom prst="ellipse">
            <a:avLst/>
          </a:prstGeom>
          <a:solidFill>
            <a:srgbClr val="1E3A5F"/>
          </a:solidFill>
          <a:ln>
            <a:noFill/>
          </a:ln>
          <a:effectLst/>
        </p:spPr>
        <p:txBody>
          <a:bodyPr rtlCol="0" anchor="ctr"/>
          <a:lstStyle/>
          <a:p>
            <a:pPr algn="ctr"/>
          </a:p>
        </p:txBody>
      </p:sp>
      <p:sp>
        <p:nvSpPr>
          <p:cNvPr id="26" name="TextBox 25"/>
          <p:cNvSpPr txBox="1"/>
          <p:nvPr/>
        </p:nvSpPr>
        <p:spPr>
          <a:xfrm>
            <a:off x="9180576" y="1719072"/>
            <a:ext cx="566928" cy="566928"/>
          </a:xfrm>
          <a:prstGeom prst="rect">
            <a:avLst/>
          </a:prstGeom>
          <a:noFill/>
        </p:spPr>
        <p:txBody>
          <a:bodyPr wrap="square" lIns="0" tIns="0" rIns="0" bIns="0" anchor="ctr">
            <a:spAutoFit/>
          </a:bodyPr>
          <a:lstStyle/>
          <a:p>
            <a:pPr algn="ctr"/>
            <a:r>
              <a:rPr lang="hi-IN" sz="2000" b="1">
                <a:solidFill>
                  <a:srgbClr val="FFFFFF"/>
                </a:solidFill>
                <a:latin typeface="Inter"/>
                <a:ea typeface="Inter"/>
                <a:cs typeface="Noto Sans Devanagari"/>
              </a:rPr>
              <a:t>4</a:t>
            </a:r>
          </a:p>
        </p:txBody>
      </p:sp>
      <p:sp>
        <p:nvSpPr>
          <p:cNvPr id="27" name="TextBox 26"/>
          <p:cNvSpPr txBox="1"/>
          <p:nvPr/>
        </p:nvSpPr>
        <p:spPr>
          <a:xfrm>
            <a:off x="9134856" y="2423160"/>
            <a:ext cx="2423160" cy="640080"/>
          </a:xfrm>
          <a:prstGeom prst="rect">
            <a:avLst/>
          </a:prstGeom>
          <a:noFill/>
        </p:spPr>
        <p:txBody>
          <a:bodyPr wrap="square" lIns="54864" tIns="27432" rIns="54864" bIns="27432" anchor="t">
            <a:spAutoFit/>
          </a:bodyPr>
          <a:lstStyle/>
          <a:p>
            <a:pPr algn="l"/>
            <a:r>
              <a:rPr lang="hi-IN" sz="1650" b="1">
                <a:solidFill>
                  <a:srgbClr val="1E3A5F"/>
                </a:solidFill>
                <a:latin typeface="Inter"/>
                <a:ea typeface="Inter"/>
                <a:cs typeface="Noto Sans Devanagari"/>
              </a:rPr>
              <a:t>डिजिटल प्रमाणपत्र</a:t>
            </a:r>
          </a:p>
        </p:txBody>
      </p:sp>
      <p:sp>
        <p:nvSpPr>
          <p:cNvPr id="28" name="TextBox 27"/>
          <p:cNvSpPr txBox="1"/>
          <p:nvPr/>
        </p:nvSpPr>
        <p:spPr>
          <a:xfrm>
            <a:off x="9134856" y="3108960"/>
            <a:ext cx="2423160" cy="640080"/>
          </a:xfrm>
          <a:prstGeom prst="rect">
            <a:avLst/>
          </a:prstGeom>
          <a:noFill/>
        </p:spPr>
        <p:txBody>
          <a:bodyPr wrap="square" lIns="54864" tIns="27432" rIns="54864" bIns="27432" anchor="t">
            <a:spAutoFit/>
          </a:bodyPr>
          <a:lstStyle/>
          <a:p>
            <a:pPr algn="l"/>
            <a:r>
              <a:rPr lang="hi-IN" sz="1250" b="1">
                <a:solidFill>
                  <a:srgbClr val="1E3A5F"/>
                </a:solidFill>
                <a:latin typeface="Inter"/>
                <a:ea typeface="Inter"/>
                <a:cs typeface="Noto Sans Devanagari"/>
              </a:rPr>
              <a:t>दोनों पास होने पर, I-GOT पर</a:t>
            </a:r>
          </a:p>
        </p:txBody>
      </p:sp>
      <p:sp>
        <p:nvSpPr>
          <p:cNvPr id="29" name="Rounded Rectangle 28"/>
          <p:cNvSpPr/>
          <p:nvPr/>
        </p:nvSpPr>
        <p:spPr>
          <a:xfrm>
            <a:off x="548640" y="4160520"/>
            <a:ext cx="11109960" cy="1051560"/>
          </a:xfrm>
          <a:prstGeom prst="roundRect">
            <a:avLst>
              <a:gd name="adj" fmla="val 12173"/>
            </a:avLst>
          </a:prstGeom>
          <a:solidFill>
            <a:srgbClr val="F1F5FA"/>
          </a:solidFill>
          <a:ln w="9525">
            <a:solidFill>
              <a:srgbClr val="D3DEE9"/>
            </a:solidFill>
          </a:ln>
          <a:effectLst/>
        </p:spPr>
        <p:txBody>
          <a:bodyPr rtlCol="0" anchor="ctr"/>
          <a:lstStyle/>
          <a:p>
            <a:pPr algn="ctr"/>
          </a:p>
        </p:txBody>
      </p:sp>
      <p:sp>
        <p:nvSpPr>
          <p:cNvPr id="30" name="TextBox 29"/>
          <p:cNvSpPr txBox="1"/>
          <p:nvPr/>
        </p:nvSpPr>
        <p:spPr>
          <a:xfrm>
            <a:off x="777240" y="4206240"/>
            <a:ext cx="10652760" cy="960120"/>
          </a:xfrm>
          <a:prstGeom prst="rect">
            <a:avLst/>
          </a:prstGeom>
          <a:noFill/>
        </p:spPr>
        <p:txBody>
          <a:bodyPr wrap="square" lIns="54864" tIns="27432" rIns="54864" bIns="27432" anchor="ctr">
            <a:spAutoFit/>
          </a:bodyPr>
          <a:lstStyle/>
          <a:p>
            <a:pPr algn="l"/>
            <a:r>
              <a:rPr lang="hi-IN" sz="1900" b="1">
                <a:solidFill>
                  <a:srgbClr val="1E3A5F"/>
                </a:solidFill>
                <a:latin typeface="Inter"/>
                <a:ea typeface="Inter"/>
                <a:cs typeface="Noto Sans Devanagari"/>
              </a:rPr>
              <a:t>याद रखें: </a:t>
            </a:r>
            <a:r>
              <a:rPr lang="hi-IN" sz="1900" b="1">
                <a:solidFill>
                  <a:srgbClr val="1E3A5F"/>
                </a:solidFill>
                <a:latin typeface="Inter"/>
                <a:ea typeface="Inter"/>
                <a:cs typeface="Noto Sans Devanagari"/>
              </a:rPr>
              <a:t>कोई भी एजेंसी वीडियो कॉल पर गिरफ्तारी नहीं करती। ऐसी कॉल आए तो काट दीजिए।</a:t>
            </a:r>
          </a:p>
        </p:txBody>
      </p:sp>
      <p:sp>
        <p:nvSpPr>
          <p:cNvPr id="31" name="Rounded Rectangle 30"/>
          <p:cNvSpPr/>
          <p:nvPr/>
        </p:nvSpPr>
        <p:spPr>
          <a:xfrm>
            <a:off x="548640" y="5532120"/>
            <a:ext cx="1828800" cy="502920"/>
          </a:xfrm>
          <a:prstGeom prst="roundRect">
            <a:avLst>
              <a:gd name="adj" fmla="val 50000"/>
            </a:avLst>
          </a:prstGeom>
          <a:solidFill>
            <a:srgbClr val="F1F5FA"/>
          </a:solidFill>
          <a:ln>
            <a:noFill/>
          </a:ln>
          <a:effectLst/>
        </p:spPr>
        <p:txBody>
          <a:bodyPr rtlCol="0" anchor="ctr"/>
          <a:lstStyle/>
          <a:p>
            <a:pPr algn="ctr"/>
          </a:p>
        </p:txBody>
      </p:sp>
      <p:sp>
        <p:nvSpPr>
          <p:cNvPr id="32" name="TextBox 31"/>
          <p:cNvSpPr txBox="1"/>
          <p:nvPr/>
        </p:nvSpPr>
        <p:spPr>
          <a:xfrm>
            <a:off x="548640" y="5532120"/>
            <a:ext cx="1828800" cy="502920"/>
          </a:xfrm>
          <a:prstGeom prst="rect">
            <a:avLst/>
          </a:prstGeom>
          <a:noFill/>
        </p:spPr>
        <p:txBody>
          <a:bodyPr wrap="square" lIns="73152" tIns="0" rIns="73152" bIns="0" anchor="ctr">
            <a:spAutoFit/>
          </a:bodyPr>
          <a:lstStyle/>
          <a:p>
            <a:pPr algn="ctr"/>
            <a:r>
              <a:rPr lang="hi-IN" sz="1700" b="1">
                <a:solidFill>
                  <a:srgbClr val="1E3A5F"/>
                </a:solidFill>
                <a:latin typeface="Inter"/>
                <a:ea typeface="Inter"/>
                <a:cs typeface="Noto Sans Devanagari"/>
              </a:rPr>
              <a:t>रुको</a:t>
            </a:r>
          </a:p>
        </p:txBody>
      </p:sp>
      <p:sp>
        <p:nvSpPr>
          <p:cNvPr id="33" name="Rounded Rectangle 32"/>
          <p:cNvSpPr/>
          <p:nvPr/>
        </p:nvSpPr>
        <p:spPr>
          <a:xfrm>
            <a:off x="2514600" y="5532120"/>
            <a:ext cx="1828800" cy="502920"/>
          </a:xfrm>
          <a:prstGeom prst="roundRect">
            <a:avLst>
              <a:gd name="adj" fmla="val 50000"/>
            </a:avLst>
          </a:prstGeom>
          <a:solidFill>
            <a:srgbClr val="F1F5FA"/>
          </a:solidFill>
          <a:ln>
            <a:noFill/>
          </a:ln>
          <a:effectLst/>
        </p:spPr>
        <p:txBody>
          <a:bodyPr rtlCol="0" anchor="ctr"/>
          <a:lstStyle/>
          <a:p>
            <a:pPr algn="ctr"/>
          </a:p>
        </p:txBody>
      </p:sp>
      <p:sp>
        <p:nvSpPr>
          <p:cNvPr id="34" name="TextBox 33"/>
          <p:cNvSpPr txBox="1"/>
          <p:nvPr/>
        </p:nvSpPr>
        <p:spPr>
          <a:xfrm>
            <a:off x="2514600" y="5532120"/>
            <a:ext cx="1828800" cy="502920"/>
          </a:xfrm>
          <a:prstGeom prst="rect">
            <a:avLst/>
          </a:prstGeom>
          <a:noFill/>
        </p:spPr>
        <p:txBody>
          <a:bodyPr wrap="square" lIns="73152" tIns="0" rIns="73152" bIns="0" anchor="ctr">
            <a:spAutoFit/>
          </a:bodyPr>
          <a:lstStyle/>
          <a:p>
            <a:pPr algn="ctr"/>
            <a:r>
              <a:rPr lang="hi-IN" sz="1700" b="1">
                <a:solidFill>
                  <a:srgbClr val="1E3A5F"/>
                </a:solidFill>
                <a:latin typeface="Inter"/>
                <a:ea typeface="Inter"/>
                <a:cs typeface="Noto Sans Devanagari"/>
              </a:rPr>
              <a:t>सोचो</a:t>
            </a:r>
          </a:p>
        </p:txBody>
      </p:sp>
      <p:sp>
        <p:nvSpPr>
          <p:cNvPr id="35" name="Rounded Rectangle 34"/>
          <p:cNvSpPr/>
          <p:nvPr/>
        </p:nvSpPr>
        <p:spPr>
          <a:xfrm>
            <a:off x="4480560" y="5532120"/>
            <a:ext cx="2377440" cy="502920"/>
          </a:xfrm>
          <a:prstGeom prst="roundRect">
            <a:avLst>
              <a:gd name="adj" fmla="val 50000"/>
            </a:avLst>
          </a:prstGeom>
          <a:solidFill>
            <a:srgbClr val="F1F5FA"/>
          </a:solidFill>
          <a:ln>
            <a:noFill/>
          </a:ln>
          <a:effectLst/>
        </p:spPr>
        <p:txBody>
          <a:bodyPr rtlCol="0" anchor="ctr"/>
          <a:lstStyle/>
          <a:p>
            <a:pPr algn="ctr"/>
          </a:p>
        </p:txBody>
      </p:sp>
      <p:sp>
        <p:nvSpPr>
          <p:cNvPr id="36" name="TextBox 35"/>
          <p:cNvSpPr txBox="1"/>
          <p:nvPr/>
        </p:nvSpPr>
        <p:spPr>
          <a:xfrm>
            <a:off x="4480560" y="5532120"/>
            <a:ext cx="2377440" cy="502920"/>
          </a:xfrm>
          <a:prstGeom prst="rect">
            <a:avLst/>
          </a:prstGeom>
          <a:noFill/>
        </p:spPr>
        <p:txBody>
          <a:bodyPr wrap="square" lIns="73152" tIns="0" rIns="73152" bIns="0" anchor="ctr">
            <a:spAutoFit/>
          </a:bodyPr>
          <a:lstStyle/>
          <a:p>
            <a:pPr algn="ctr"/>
            <a:r>
              <a:rPr lang="hi-IN" sz="1700" b="1">
                <a:solidFill>
                  <a:srgbClr val="1E3A5F"/>
                </a:solidFill>
                <a:latin typeface="Inter"/>
                <a:ea typeface="Inter"/>
                <a:cs typeface="Noto Sans Devanagari"/>
              </a:rPr>
              <a:t>शिकायत करो</a:t>
            </a:r>
          </a:p>
        </p:txBody>
      </p:sp>
      <p:sp>
        <p:nvSpPr>
          <p:cNvPr id="37" name="TextBox 36"/>
          <p:cNvSpPr txBox="1"/>
          <p:nvPr/>
        </p:nvSpPr>
        <p:spPr>
          <a:xfrm>
            <a:off x="7315200" y="5532120"/>
            <a:ext cx="4343400" cy="502920"/>
          </a:xfrm>
          <a:prstGeom prst="rect">
            <a:avLst/>
          </a:prstGeom>
          <a:noFill/>
        </p:spPr>
        <p:txBody>
          <a:bodyPr wrap="square" lIns="54864" tIns="27432" rIns="54864" bIns="27432" anchor="ctr">
            <a:spAutoFit/>
          </a:bodyPr>
          <a:lstStyle/>
          <a:p>
            <a:pPr algn="r"/>
            <a:r>
              <a:rPr lang="hi-IN" sz="2400" b="1">
                <a:solidFill>
                  <a:srgbClr val="C62828"/>
                </a:solidFill>
                <a:latin typeface="Inter"/>
                <a:ea typeface="Inter"/>
                <a:cs typeface="Noto Sans Devanagari"/>
              </a:rPr>
              <a:t>जय हिंद</a:t>
            </a:r>
          </a:p>
        </p:txBody>
      </p:sp>
      <p:pic>
        <p:nvPicPr>
          <p:cNvPr id="38" name="Eagle Logo" descr="eagle"/>
          <p:cNvPicPr>
            <a:picLocks noChangeAspect="1"/>
          </p:cNvPicPr>
          <p:nvPr/>
        </p:nvPicPr>
        <p:blipFill>
          <a:blip r:embed="rId100"/>
          <a:stretch>
            <a:fillRect/>
          </a:stretch>
        </p:blipFill>
        <p:spPr>
          <a:xfrm>
            <a:off x="11625072" y="240000"/>
            <a:ext cx="475488" cy="4754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50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500"/>
                                        <p:tgtEl>
                                          <p:spTgt spid="32"/>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500"/>
                                        <p:tgtEl>
                                          <p:spTgt spid="3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500"/>
                                        <p:tgtEl>
                                          <p:spTgt spid="36"/>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animBg="1"/>
      <p:bldP spid="11" grpId="0"/>
      <p:bldP spid="12" grpId="0"/>
      <p:bldP spid="13" grpId="0"/>
      <p:bldP spid="14" grpId="0" animBg="1"/>
      <p:bldP spid="15" grpId="0" animBg="1"/>
      <p:bldP spid="16" grpId="0"/>
      <p:bldP spid="17" grpId="0"/>
      <p:bldP spid="18" grpId="0"/>
      <p:bldP spid="19" grpId="0" animBg="1"/>
      <p:bldP spid="20" grpId="0" animBg="1"/>
      <p:bldP spid="21" grpId="0"/>
      <p:bldP spid="22" grpId="0"/>
      <p:bldP spid="23" grpId="0"/>
      <p:bldP spid="24" grpId="0" animBg="1"/>
      <p:bldP spid="25" grpId="0" animBg="1"/>
      <p:bldP spid="26" grpId="0"/>
      <p:bldP spid="27" grpId="0"/>
      <p:bldP spid="28" grpId="0"/>
      <p:bldP spid="29" grpId="0" animBg="1"/>
      <p:bldP spid="30" grpId="0"/>
      <p:bldP spid="31" grpId="0" animBg="1"/>
      <p:bldP spid="32" grpId="0"/>
      <p:bldP spid="33" grpId="0" animBg="1"/>
      <p:bldP spid="34" grpId="0"/>
      <p:bldP spid="35" grpId="0" animBg="1"/>
      <p:bldP spid="36" grpId="0"/>
      <p:bldP spid="3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Noto Sans Devanagari"/>
        <a:cs typeface="Noto Sans Devanagari"/>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Noto Sans Devanagari"/>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Noto Sans Devanagari"/>
        <a:cs typeface="Noto Sans Devanagari"/>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Noto Sans Devanagari"/>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Noto Sans Devanagari"/>
        <a:cs typeface="Noto Sans Devanagari"/>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Noto Sans Devanagari"/>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Noto Sans Devanagari"/>
        <a:cs typeface="Noto Sans Devanagari"/>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Noto Sans Devanagari"/>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1641</Words>
  <Application>Microsoft Macintosh PowerPoint</Application>
  <PresentationFormat>Widescreen</PresentationFormat>
  <Paragraphs>282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Fraunces</vt:lpstr>
      <vt:lpstr>Inter</vt:lpstr>
      <vt:lpstr>Noto Sans Devanagari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साइबर-सुरक्षा-और-डिजिटल-धोखाधड़ी-से-बचाव-M0-परिचय</dc:title>
  <dc:subject>PptxGenJS Presentation</dc:subject>
  <dc:creator>PptxGenJS</dc:creator>
  <cp:lastModifiedBy>Rahul deep</cp:lastModifiedBy>
  <cp:revision>4</cp:revision>
  <dcterms:created xsi:type="dcterms:W3CDTF">2026-09-30T15:23:59Z</dcterms:created>
  <dcterms:modified xsi:type="dcterms:W3CDTF">2026-10-01T11:15:20Z</dcterms:modified>
</cp:coreProperties>
</file>